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16"/>
  </p:notesMasterIdLst>
  <p:sldIdLst>
    <p:sldId id="260" r:id="rId2"/>
    <p:sldId id="261" r:id="rId3"/>
    <p:sldId id="262" r:id="rId4"/>
    <p:sldId id="263" r:id="rId5"/>
    <p:sldId id="264" r:id="rId6"/>
    <p:sldId id="265" r:id="rId7"/>
    <p:sldId id="266" r:id="rId8"/>
    <p:sldId id="267" r:id="rId9"/>
    <p:sldId id="268" r:id="rId10"/>
    <p:sldId id="269" r:id="rId11"/>
    <p:sldId id="270" r:id="rId12"/>
    <p:sldId id="271" r:id="rId13"/>
    <p:sldId id="272" r:id="rId14"/>
    <p:sldId id="273" r:id="rId15"/>
  </p:sldIdLst>
  <p:sldSz cx="9144000" cy="5143500" type="screen16x9"/>
  <p:notesSz cx="6858000" cy="9144000"/>
  <p:embeddedFontLst>
    <p:embeddedFont>
      <p:font typeface="Exo 2 Medium" panose="00000600000000000000" pitchFamily="2" charset="0"/>
      <p:regular r:id="rId17"/>
      <p:italic r:id="rId18"/>
    </p:embeddedFont>
    <p:embeddedFont>
      <p:font typeface="Roboto" panose="02000000000000000000" pitchFamily="2" charset="0"/>
      <p:regular r:id="rId19"/>
      <p:bold r:id="rId20"/>
      <p:italic r:id="rId21"/>
      <p:boldItalic r:id="rId22"/>
    </p:embeddedFont>
    <p:embeddedFont>
      <p:font typeface="Roboto Slab" pitchFamily="2" charset="0"/>
      <p:regular r:id="rId23"/>
      <p:bold r:id="rId24"/>
    </p:embeddedFont>
    <p:embeddedFont>
      <p:font typeface="Verdana" panose="020B0604030504040204" pitchFamily="34" charset="0"/>
      <p:regular r:id="rId25"/>
      <p:bold r:id="rId26"/>
      <p:italic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94"/>
  </p:normalViewPr>
  <p:slideViewPr>
    <p:cSldViewPr snapToGrid="0">
      <p:cViewPr varScale="1">
        <p:scale>
          <a:sx n="108" d="100"/>
          <a:sy n="108" d="100"/>
        </p:scale>
        <p:origin x="533" y="8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font" Target="fonts/font12.fntdata"/><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The examination of management practices and business culture in Nepal is essential for comprehending the specific dynamics that define the country's economy. As we delve into this analysis, we will explore how historical, cultural, and economic factors converge to create a distinctive management landscape. By doing so, we can better appreciate the importance of adapting management styles to align with Nepal's diverse values and traditions, ultimately aiming to enhance organizational performance.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As we define management practices within the Nepalese context, it is crucial to recognize how historical, social, and economic factors shape these practices. Traditional approaches often focus on familial ties and collective decision-making, underscoring a culture of trust and relationship-building. However, as globalization influences local businesses, there is a notable adaptation towards modern management approaches, integrating operational efficiencies and structured methodologies. Emphasizing both traditional frameworks and modern adaptations can enhance internal coherence and drive economic progress.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Understanding the intricate elements of Nepalese business culture is vital for effective engagement and collaboration. Values such as trust and loyalty are essential for building lasting business relationships and facilitating negotiations. Furthermore, communication styles in Nepal can be nuanced, often relying on indirect cues and nonverbal expressions, which may pose challenges, especially for foreign entities. Recognizing these cultural aspects equips businesses with the tools necessary to navigate the local landscape more effectively.</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Analyzing the current state of business in Nepal reveals a complex market landscape where traditional practices collide with modern demands. Various sectors play pivotal roles in the economy, particularly agriculture and tourism, while remittances contribute significantly to GDP. Understanding economic indicators is essential as they provide critical insight into the business climate, highlighting emerging opportunities and existing challenges. The growing interest from international investors signals a shift, yet barriers such as bureaucratic inefficiencies must be addressed to foster sustainable economic growth.</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landscape for businesses in Nepal is fraught with significant challenges that can impede growth and sustainability. Political instability often leads to an erratic regulatory environment, complicating operational decision-making for businesses. Additionally, persistent infrastructure deficiencies hinder logistics and communications, ultimately affecting operational efficiency. Furthermore, the regulatory environment is complex and often opaque, creating barriers for compliance and growth, particularly for small and medium enterprises that represent a substantial portion of Nepal's economy.</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Culture plays a crucial role in shaping business practices and outcomes within Nepal. Socio-cultural factors significantly influence how decisions are made and how businesses interact, often prioritizing relationships over formal processes. This emphasis on personal connections can pose challenges for the adoption of innovative practices and methodologies. Moreover, resistance to change is common, as organizations often cling to traditional methods. Navigating these cultural barriers requires a nuanced understanding of local dynamics and a focus on relationship-building to foster a conducive environment for success.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influence of globalization on local business practices in Nepal is multifaceted, presenting both opportunities and challenges. While cultural exchange enriches the business environment and introduces fresh perspectives, it can also disrupt traditional practices and consumer expectations. Local businesses must navigate competitive pressures while striving to maintain their cultural integrity. Adaptation to new practices is often fraught with challenges, necessitating a strategic approach to skill development to empower the workforce in this evolving paradigm.</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Examining case studies of successful management practices in Nepal offers valuable insights into how businesses can thrive in challenging environments. These studies highlight innovative solutions grounded in local contexts, illustrating a commitment to sustainability and community engagement. By analyzing both successes and failures, businesses can glean lessons that inform their strategic direction and enhance their operational effectiveness, ultimately contributing to a more resilient economic landscape.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Innovation is at the forefront of business management practices in Nepal as companies embrace technology and digital transformation. The integration of new technologies into traditional practices enhances operational efficiencies and drives competitiveness. Moreover, emerging business models focusing on sustainability and collaboration hint at a paradigm shift in how businesses operate. However, successful innovation requires a sensitive approach that respects and adapts to Nepal’s rich cultural heritage while delivering tangible value to consumers.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Looking ahead, the future of business in Nepal is marked by both challenges and opportunities. Emerging trends such as e-commerce and sustainable practices are laying the groundwork for new avenues for growth. Key sectors present substantial expansion potential, particularly in tech and renewable energy. As businesses navigate these landscapes, they must also prioritize risk management and leverage strategic partnerships to bolster resilience and adaptability in an ever-changing environment.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To bolster the business landscape in Nepal, actionable strategies must be implemented. Clear recommendations and frameworks can ease operational complexities and ensure compliance. Capacity building through targeted training programs is crucial to equip the workforce with the necessary skills. Furthermore, engaging stakeholders and fostering strategic partnerships cultivates an environment for collective growth, while active participation in policy advocacy strengthens the overall regulatory framework for businesses, paving the way for a more conducive business environment.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In summary, the intricate relations between management practices and business culture in Nepal embody unique challenges and opportunities. Moving forward, it is essential for businesses to align their practices with local cultural values and trends for sustainable growth. The role of all stakeholders is critical in this endeavor; collaboration will be fundamental to not only improve business practices but to promote resilience and adaptability in the face of rapid change. A collective commitment to innovation and cultural sensitivity will pave the way for a robust economic future.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userDrawn="1"/>
        </p:nvSpPr>
        <p:spPr>
          <a:xfrm>
            <a:off x="156918" y="152216"/>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rgbClr val="FDCB3B"/>
            </a:solidFill>
            <a:prstDash val="solid"/>
            <a:miter lim="8000"/>
            <a:headEnd type="none" w="sm" len="sm"/>
            <a:tailEnd type="none" w="sm" len="sm"/>
          </a:ln>
        </p:spPr>
      </p:sp>
      <p:sp>
        <p:nvSpPr>
          <p:cNvPr id="11" name="Google Shape;11;p2"/>
          <p:cNvSpPr/>
          <p:nvPr/>
        </p:nvSpPr>
        <p:spPr>
          <a:xfrm rot="10800000">
            <a:off x="7931645" y="339597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rgbClr val="FDCB3B"/>
            </a:solidFill>
            <a:prstDash val="solid"/>
            <a:miter lim="8000"/>
            <a:headEnd type="none" w="sm" len="sm"/>
            <a:tailEnd type="none" w="sm" len="sm"/>
          </a:ln>
        </p:spPr>
      </p:sp>
      <p:sp>
        <p:nvSpPr>
          <p:cNvPr id="13" name="Google Shape;13;p2"/>
          <p:cNvSpPr txBox="1">
            <a:spLocks noGrp="1"/>
          </p:cNvSpPr>
          <p:nvPr>
            <p:ph type="ctrTitle"/>
          </p:nvPr>
        </p:nvSpPr>
        <p:spPr>
          <a:xfrm>
            <a:off x="297366" y="1188925"/>
            <a:ext cx="8556702" cy="1457400"/>
          </a:xfrm>
          <a:prstGeom prst="rect">
            <a:avLst/>
          </a:prstGeom>
        </p:spPr>
        <p:txBody>
          <a:bodyPr spcFirstLastPara="1" wrap="square" lIns="91425" tIns="91425" rIns="91425" bIns="91425" anchor="b" anchorCtr="0">
            <a:normAutofit/>
          </a:bodyPr>
          <a:lstStyle>
            <a:lvl1pPr lvl="0" algn="ctr">
              <a:spcBef>
                <a:spcPts val="0"/>
              </a:spcBef>
              <a:spcAft>
                <a:spcPts val="0"/>
              </a:spcAft>
              <a:buSzPts val="4000"/>
              <a:buFont typeface="Verdana"/>
              <a:buNone/>
              <a:defRPr sz="4000">
                <a:latin typeface="Verdana"/>
                <a:ea typeface="Verdana"/>
                <a:cs typeface="Verdana"/>
                <a:sym typeface="Verdana"/>
              </a:defRPr>
            </a:lvl1pPr>
            <a:lvl2pPr lvl="1" algn="ctr">
              <a:spcBef>
                <a:spcPts val="0"/>
              </a:spcBef>
              <a:spcAft>
                <a:spcPts val="0"/>
              </a:spcAft>
              <a:buSzPts val="4000"/>
              <a:buFont typeface="Verdana"/>
              <a:buNone/>
              <a:defRPr sz="4000">
                <a:latin typeface="Verdana"/>
                <a:ea typeface="Verdana"/>
                <a:cs typeface="Verdana"/>
                <a:sym typeface="Verdana"/>
              </a:defRPr>
            </a:lvl2pPr>
            <a:lvl3pPr lvl="2" algn="ctr">
              <a:spcBef>
                <a:spcPts val="0"/>
              </a:spcBef>
              <a:spcAft>
                <a:spcPts val="0"/>
              </a:spcAft>
              <a:buSzPts val="4000"/>
              <a:buFont typeface="Verdana"/>
              <a:buNone/>
              <a:defRPr sz="4000">
                <a:latin typeface="Verdana"/>
                <a:ea typeface="Verdana"/>
                <a:cs typeface="Verdana"/>
                <a:sym typeface="Verdana"/>
              </a:defRPr>
            </a:lvl3pPr>
            <a:lvl4pPr lvl="3" algn="ctr">
              <a:spcBef>
                <a:spcPts val="0"/>
              </a:spcBef>
              <a:spcAft>
                <a:spcPts val="0"/>
              </a:spcAft>
              <a:buSzPts val="4000"/>
              <a:buFont typeface="Verdana"/>
              <a:buNone/>
              <a:defRPr sz="4000">
                <a:latin typeface="Verdana"/>
                <a:ea typeface="Verdana"/>
                <a:cs typeface="Verdana"/>
                <a:sym typeface="Verdana"/>
              </a:defRPr>
            </a:lvl4pPr>
            <a:lvl5pPr lvl="4" algn="ctr">
              <a:spcBef>
                <a:spcPts val="0"/>
              </a:spcBef>
              <a:spcAft>
                <a:spcPts val="0"/>
              </a:spcAft>
              <a:buSzPts val="4000"/>
              <a:buFont typeface="Verdana"/>
              <a:buNone/>
              <a:defRPr sz="4000">
                <a:latin typeface="Verdana"/>
                <a:ea typeface="Verdana"/>
                <a:cs typeface="Verdana"/>
                <a:sym typeface="Verdana"/>
              </a:defRPr>
            </a:lvl5pPr>
            <a:lvl6pPr lvl="5" algn="ctr">
              <a:spcBef>
                <a:spcPts val="0"/>
              </a:spcBef>
              <a:spcAft>
                <a:spcPts val="0"/>
              </a:spcAft>
              <a:buSzPts val="4000"/>
              <a:buFont typeface="Verdana"/>
              <a:buNone/>
              <a:defRPr sz="4000">
                <a:latin typeface="Verdana"/>
                <a:ea typeface="Verdana"/>
                <a:cs typeface="Verdana"/>
                <a:sym typeface="Verdana"/>
              </a:defRPr>
            </a:lvl6pPr>
            <a:lvl7pPr lvl="6" algn="ctr">
              <a:spcBef>
                <a:spcPts val="0"/>
              </a:spcBef>
              <a:spcAft>
                <a:spcPts val="0"/>
              </a:spcAft>
              <a:buSzPts val="4000"/>
              <a:buFont typeface="Verdana"/>
              <a:buNone/>
              <a:defRPr sz="4000">
                <a:latin typeface="Verdana"/>
                <a:ea typeface="Verdana"/>
                <a:cs typeface="Verdana"/>
                <a:sym typeface="Verdana"/>
              </a:defRPr>
            </a:lvl7pPr>
            <a:lvl8pPr lvl="7" algn="ctr">
              <a:spcBef>
                <a:spcPts val="0"/>
              </a:spcBef>
              <a:spcAft>
                <a:spcPts val="0"/>
              </a:spcAft>
              <a:buSzPts val="4000"/>
              <a:buFont typeface="Verdana"/>
              <a:buNone/>
              <a:defRPr sz="4000">
                <a:latin typeface="Verdana"/>
                <a:ea typeface="Verdana"/>
                <a:cs typeface="Verdana"/>
                <a:sym typeface="Verdana"/>
              </a:defRPr>
            </a:lvl8pPr>
            <a:lvl9pPr lvl="8" algn="ctr">
              <a:spcBef>
                <a:spcPts val="0"/>
              </a:spcBef>
              <a:spcAft>
                <a:spcPts val="0"/>
              </a:spcAft>
              <a:buSzPts val="4000"/>
              <a:buFont typeface="Verdana"/>
              <a:buNone/>
              <a:defRPr sz="4000">
                <a:latin typeface="Verdana"/>
                <a:ea typeface="Verdana"/>
                <a:cs typeface="Verdana"/>
                <a:sym typeface="Verdana"/>
              </a:defRPr>
            </a:lvl9pPr>
          </a:lstStyle>
          <a:p>
            <a:endParaRPr dirty="0"/>
          </a:p>
        </p:txBody>
      </p:sp>
      <p:sp>
        <p:nvSpPr>
          <p:cNvPr id="14" name="Google Shape;14;p2"/>
          <p:cNvSpPr txBox="1">
            <a:spLocks noGrp="1"/>
          </p:cNvSpPr>
          <p:nvPr>
            <p:ph type="subTitle" idx="1"/>
          </p:nvPr>
        </p:nvSpPr>
        <p:spPr>
          <a:xfrm>
            <a:off x="297365" y="3376551"/>
            <a:ext cx="8556701" cy="9090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400"/>
              <a:buFont typeface="Verdana"/>
              <a:buNone/>
              <a:defRPr sz="2400">
                <a:latin typeface="Verdana"/>
                <a:ea typeface="Verdana"/>
                <a:cs typeface="Verdana"/>
                <a:sym typeface="Verdana"/>
              </a:defRPr>
            </a:lvl1pPr>
            <a:lvl2pPr lvl="1" algn="ctr">
              <a:lnSpc>
                <a:spcPct val="100000"/>
              </a:lnSpc>
              <a:spcBef>
                <a:spcPts val="0"/>
              </a:spcBef>
              <a:spcAft>
                <a:spcPts val="0"/>
              </a:spcAft>
              <a:buClr>
                <a:schemeClr val="accent5"/>
              </a:buClr>
              <a:buSzPts val="2400"/>
              <a:buFont typeface="Verdana"/>
              <a:buNone/>
              <a:defRPr sz="2400">
                <a:solidFill>
                  <a:schemeClr val="accent5"/>
                </a:solidFill>
                <a:latin typeface="Verdana"/>
                <a:ea typeface="Verdana"/>
                <a:cs typeface="Verdana"/>
                <a:sym typeface="Verdana"/>
              </a:defRPr>
            </a:lvl2pPr>
            <a:lvl3pPr lvl="2" algn="ctr">
              <a:lnSpc>
                <a:spcPct val="100000"/>
              </a:lnSpc>
              <a:spcBef>
                <a:spcPts val="0"/>
              </a:spcBef>
              <a:spcAft>
                <a:spcPts val="0"/>
              </a:spcAft>
              <a:buClr>
                <a:schemeClr val="accent5"/>
              </a:buClr>
              <a:buSzPts val="2400"/>
              <a:buFont typeface="Verdana"/>
              <a:buNone/>
              <a:defRPr sz="2400">
                <a:solidFill>
                  <a:schemeClr val="accent5"/>
                </a:solidFill>
                <a:latin typeface="Verdana"/>
                <a:ea typeface="Verdana"/>
                <a:cs typeface="Verdana"/>
                <a:sym typeface="Verdana"/>
              </a:defRPr>
            </a:lvl3pPr>
            <a:lvl4pPr lvl="3" algn="ctr">
              <a:lnSpc>
                <a:spcPct val="100000"/>
              </a:lnSpc>
              <a:spcBef>
                <a:spcPts val="0"/>
              </a:spcBef>
              <a:spcAft>
                <a:spcPts val="0"/>
              </a:spcAft>
              <a:buClr>
                <a:schemeClr val="accent5"/>
              </a:buClr>
              <a:buSzPts val="2400"/>
              <a:buFont typeface="Verdana"/>
              <a:buNone/>
              <a:defRPr sz="2400">
                <a:solidFill>
                  <a:schemeClr val="accent5"/>
                </a:solidFill>
                <a:latin typeface="Verdana"/>
                <a:ea typeface="Verdana"/>
                <a:cs typeface="Verdana"/>
                <a:sym typeface="Verdana"/>
              </a:defRPr>
            </a:lvl4pPr>
            <a:lvl5pPr lvl="4" algn="ctr">
              <a:lnSpc>
                <a:spcPct val="100000"/>
              </a:lnSpc>
              <a:spcBef>
                <a:spcPts val="0"/>
              </a:spcBef>
              <a:spcAft>
                <a:spcPts val="0"/>
              </a:spcAft>
              <a:buClr>
                <a:schemeClr val="accent5"/>
              </a:buClr>
              <a:buSzPts val="2400"/>
              <a:buFont typeface="Verdana"/>
              <a:buNone/>
              <a:defRPr sz="2400">
                <a:solidFill>
                  <a:schemeClr val="accent5"/>
                </a:solidFill>
                <a:latin typeface="Verdana"/>
                <a:ea typeface="Verdana"/>
                <a:cs typeface="Verdana"/>
                <a:sym typeface="Verdana"/>
              </a:defRPr>
            </a:lvl5pPr>
            <a:lvl6pPr lvl="5" algn="ctr">
              <a:lnSpc>
                <a:spcPct val="100000"/>
              </a:lnSpc>
              <a:spcBef>
                <a:spcPts val="0"/>
              </a:spcBef>
              <a:spcAft>
                <a:spcPts val="0"/>
              </a:spcAft>
              <a:buClr>
                <a:schemeClr val="accent5"/>
              </a:buClr>
              <a:buSzPts val="2400"/>
              <a:buFont typeface="Verdana"/>
              <a:buNone/>
              <a:defRPr sz="2400">
                <a:solidFill>
                  <a:schemeClr val="accent5"/>
                </a:solidFill>
                <a:latin typeface="Verdana"/>
                <a:ea typeface="Verdana"/>
                <a:cs typeface="Verdana"/>
                <a:sym typeface="Verdana"/>
              </a:defRPr>
            </a:lvl6pPr>
            <a:lvl7pPr lvl="6" algn="ctr">
              <a:lnSpc>
                <a:spcPct val="100000"/>
              </a:lnSpc>
              <a:spcBef>
                <a:spcPts val="0"/>
              </a:spcBef>
              <a:spcAft>
                <a:spcPts val="0"/>
              </a:spcAft>
              <a:buClr>
                <a:schemeClr val="accent5"/>
              </a:buClr>
              <a:buSzPts val="2400"/>
              <a:buFont typeface="Verdana"/>
              <a:buNone/>
              <a:defRPr sz="2400">
                <a:solidFill>
                  <a:schemeClr val="accent5"/>
                </a:solidFill>
                <a:latin typeface="Verdana"/>
                <a:ea typeface="Verdana"/>
                <a:cs typeface="Verdana"/>
                <a:sym typeface="Verdana"/>
              </a:defRPr>
            </a:lvl7pPr>
            <a:lvl8pPr lvl="7" algn="ctr">
              <a:lnSpc>
                <a:spcPct val="100000"/>
              </a:lnSpc>
              <a:spcBef>
                <a:spcPts val="0"/>
              </a:spcBef>
              <a:spcAft>
                <a:spcPts val="0"/>
              </a:spcAft>
              <a:buClr>
                <a:schemeClr val="accent5"/>
              </a:buClr>
              <a:buSzPts val="2400"/>
              <a:buFont typeface="Verdana"/>
              <a:buNone/>
              <a:defRPr sz="2400">
                <a:solidFill>
                  <a:schemeClr val="accent5"/>
                </a:solidFill>
                <a:latin typeface="Verdana"/>
                <a:ea typeface="Verdana"/>
                <a:cs typeface="Verdana"/>
                <a:sym typeface="Verdana"/>
              </a:defRPr>
            </a:lvl8pPr>
            <a:lvl9pPr lvl="8" algn="ctr">
              <a:lnSpc>
                <a:spcPct val="100000"/>
              </a:lnSpc>
              <a:spcBef>
                <a:spcPts val="0"/>
              </a:spcBef>
              <a:spcAft>
                <a:spcPts val="0"/>
              </a:spcAft>
              <a:buClr>
                <a:schemeClr val="accent5"/>
              </a:buClr>
              <a:buSzPts val="2400"/>
              <a:buFont typeface="Verdana"/>
              <a:buNone/>
              <a:defRPr sz="2400">
                <a:solidFill>
                  <a:schemeClr val="accent5"/>
                </a:solidFill>
                <a:latin typeface="Verdana"/>
                <a:ea typeface="Verdana"/>
                <a:cs typeface="Verdana"/>
                <a:sym typeface="Verdana"/>
              </a:defRPr>
            </a:lvl9pPr>
          </a:lstStyle>
          <a:p>
            <a:endParaRPr/>
          </a:p>
        </p:txBody>
      </p:sp>
      <p:sp>
        <p:nvSpPr>
          <p:cNvPr id="15" name="Google Shape;15;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atin typeface="Verdana"/>
                <a:ea typeface="Verdana"/>
                <a:cs typeface="Verdana"/>
                <a:sym typeface="Verdana"/>
              </a:defRPr>
            </a:lvl1pPr>
            <a:lvl2pPr lvl="1">
              <a:buNone/>
              <a:defRPr>
                <a:latin typeface="Verdana"/>
                <a:ea typeface="Verdana"/>
                <a:cs typeface="Verdana"/>
                <a:sym typeface="Verdana"/>
              </a:defRPr>
            </a:lvl2pPr>
            <a:lvl3pPr lvl="2">
              <a:buNone/>
              <a:defRPr>
                <a:latin typeface="Verdana"/>
                <a:ea typeface="Verdana"/>
                <a:cs typeface="Verdana"/>
                <a:sym typeface="Verdana"/>
              </a:defRPr>
            </a:lvl3pPr>
            <a:lvl4pPr lvl="3">
              <a:buNone/>
              <a:defRPr>
                <a:latin typeface="Verdana"/>
                <a:ea typeface="Verdana"/>
                <a:cs typeface="Verdana"/>
                <a:sym typeface="Verdana"/>
              </a:defRPr>
            </a:lvl4pPr>
            <a:lvl5pPr lvl="4">
              <a:buNone/>
              <a:defRPr>
                <a:latin typeface="Verdana"/>
                <a:ea typeface="Verdana"/>
                <a:cs typeface="Verdana"/>
                <a:sym typeface="Verdana"/>
              </a:defRPr>
            </a:lvl5pPr>
            <a:lvl6pPr lvl="5">
              <a:buNone/>
              <a:defRPr>
                <a:latin typeface="Verdana"/>
                <a:ea typeface="Verdana"/>
                <a:cs typeface="Verdana"/>
                <a:sym typeface="Verdana"/>
              </a:defRPr>
            </a:lvl6pPr>
            <a:lvl7pPr lvl="6">
              <a:buNone/>
              <a:defRPr>
                <a:latin typeface="Verdana"/>
                <a:ea typeface="Verdana"/>
                <a:cs typeface="Verdana"/>
                <a:sym typeface="Verdana"/>
              </a:defRPr>
            </a:lvl7pPr>
            <a:lvl8pPr lvl="7">
              <a:buNone/>
              <a:defRPr>
                <a:latin typeface="Verdana"/>
                <a:ea typeface="Verdana"/>
                <a:cs typeface="Verdana"/>
                <a:sym typeface="Verdana"/>
              </a:defRPr>
            </a:lvl8pPr>
            <a:lvl9pPr lvl="8">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6"/>
        <p:cNvGrpSpPr/>
        <p:nvPr/>
      </p:nvGrpSpPr>
      <p:grpSpPr>
        <a:xfrm>
          <a:off x="0" y="0"/>
          <a:ext cx="0" cy="0"/>
          <a:chOff x="0" y="0"/>
          <a:chExt cx="0" cy="0"/>
        </a:xfrm>
      </p:grpSpPr>
      <p:cxnSp>
        <p:nvCxnSpPr>
          <p:cNvPr id="17" name="Google Shape;17;p3"/>
          <p:cNvCxnSpPr/>
          <p:nvPr/>
        </p:nvCxnSpPr>
        <p:spPr>
          <a:xfrm>
            <a:off x="4359602" y="2817464"/>
            <a:ext cx="424800" cy="0"/>
          </a:xfrm>
          <a:prstGeom prst="straightConnector1">
            <a:avLst/>
          </a:prstGeom>
          <a:noFill/>
          <a:ln w="38100" cap="flat" cmpd="sng">
            <a:solidFill>
              <a:srgbClr val="FDCB3B"/>
            </a:solidFill>
            <a:prstDash val="solid"/>
            <a:round/>
            <a:headEnd type="none" w="sm" len="sm"/>
            <a:tailEnd type="none" w="sm" len="sm"/>
          </a:ln>
        </p:spPr>
      </p:cxnSp>
      <p:sp>
        <p:nvSpPr>
          <p:cNvPr id="18" name="Google Shape;18;p3"/>
          <p:cNvSpPr txBox="1">
            <a:spLocks noGrp="1"/>
          </p:cNvSpPr>
          <p:nvPr>
            <p:ph type="title"/>
          </p:nvPr>
        </p:nvSpPr>
        <p:spPr>
          <a:xfrm>
            <a:off x="480750" y="1764950"/>
            <a:ext cx="8222100" cy="907500"/>
          </a:xfrm>
          <a:prstGeom prst="rect">
            <a:avLst/>
          </a:prstGeom>
        </p:spPr>
        <p:txBody>
          <a:bodyPr spcFirstLastPara="1" wrap="square" lIns="91425" tIns="91425" rIns="91425" bIns="91425" anchor="b" anchorCtr="0">
            <a:normAutofit/>
          </a:bodyPr>
          <a:lstStyle>
            <a:lvl1pPr lvl="0" algn="ctr">
              <a:spcBef>
                <a:spcPts val="0"/>
              </a:spcBef>
              <a:spcAft>
                <a:spcPts val="0"/>
              </a:spcAft>
              <a:buSzPts val="4800"/>
              <a:buFont typeface="Verdana"/>
              <a:buNone/>
              <a:defRPr sz="4800">
                <a:latin typeface="Verdana"/>
                <a:ea typeface="Verdana"/>
                <a:cs typeface="Verdana"/>
                <a:sym typeface="Verdana"/>
              </a:defRPr>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9" name="Google Shape;19;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userDrawn="1">
  <p:cSld name="TITLE_AND_TWO_COLUMNS">
    <p:spTree>
      <p:nvGrpSpPr>
        <p:cNvPr id="1" name="Shape 20"/>
        <p:cNvGrpSpPr/>
        <p:nvPr/>
      </p:nvGrpSpPr>
      <p:grpSpPr>
        <a:xfrm>
          <a:off x="0" y="0"/>
          <a:ext cx="0" cy="0"/>
          <a:chOff x="0" y="0"/>
          <a:chExt cx="0" cy="0"/>
        </a:xfrm>
      </p:grpSpPr>
      <p:cxnSp>
        <p:nvCxnSpPr>
          <p:cNvPr id="21" name="Google Shape;21;p4"/>
          <p:cNvCxnSpPr/>
          <p:nvPr/>
        </p:nvCxnSpPr>
        <p:spPr>
          <a:xfrm>
            <a:off x="492563" y="955484"/>
            <a:ext cx="424800" cy="0"/>
          </a:xfrm>
          <a:prstGeom prst="straightConnector1">
            <a:avLst/>
          </a:prstGeom>
          <a:noFill/>
          <a:ln w="38100" cap="flat" cmpd="sng">
            <a:solidFill>
              <a:srgbClr val="FDCB3B"/>
            </a:solidFill>
            <a:prstDash val="solid"/>
            <a:round/>
            <a:headEnd type="none" w="sm" len="sm"/>
            <a:tailEnd type="none" w="sm" len="sm"/>
          </a:ln>
        </p:spPr>
      </p:cxnSp>
      <p:sp>
        <p:nvSpPr>
          <p:cNvPr id="22" name="Google Shape;22;p4"/>
          <p:cNvSpPr txBox="1">
            <a:spLocks noGrp="1"/>
          </p:cNvSpPr>
          <p:nvPr>
            <p:ph type="title"/>
          </p:nvPr>
        </p:nvSpPr>
        <p:spPr>
          <a:xfrm>
            <a:off x="387900" y="153225"/>
            <a:ext cx="8368200" cy="686100"/>
          </a:xfrm>
          <a:prstGeom prst="rect">
            <a:avLst/>
          </a:prstGeom>
        </p:spPr>
        <p:txBody>
          <a:bodyPr spcFirstLastPara="1" wrap="square" lIns="91425" tIns="91425" rIns="91425" bIns="91425" anchor="b" anchorCtr="0">
            <a:normAutofit/>
          </a:bodyPr>
          <a:lstStyle>
            <a:lvl1pPr lvl="0">
              <a:spcBef>
                <a:spcPts val="0"/>
              </a:spcBef>
              <a:spcAft>
                <a:spcPts val="0"/>
              </a:spcAft>
              <a:buSzPts val="2400"/>
              <a:buFont typeface="Verdana"/>
              <a:buNone/>
              <a:defRPr sz="2400">
                <a:latin typeface="Verdana"/>
                <a:ea typeface="Verdana"/>
                <a:cs typeface="Verdana"/>
                <a:sym typeface="Verdana"/>
              </a:defRPr>
            </a:lvl1pPr>
            <a:lvl2pPr lvl="1">
              <a:spcBef>
                <a:spcPts val="0"/>
              </a:spcBef>
              <a:spcAft>
                <a:spcPts val="0"/>
              </a:spcAft>
              <a:buSzPts val="3000"/>
              <a:buFont typeface="Verdana"/>
              <a:buNone/>
              <a:defRPr>
                <a:latin typeface="Verdana"/>
                <a:ea typeface="Verdana"/>
                <a:cs typeface="Verdana"/>
                <a:sym typeface="Verdana"/>
              </a:defRPr>
            </a:lvl2pPr>
            <a:lvl3pPr lvl="2">
              <a:spcBef>
                <a:spcPts val="0"/>
              </a:spcBef>
              <a:spcAft>
                <a:spcPts val="0"/>
              </a:spcAft>
              <a:buSzPts val="3000"/>
              <a:buFont typeface="Verdana"/>
              <a:buNone/>
              <a:defRPr>
                <a:latin typeface="Verdana"/>
                <a:ea typeface="Verdana"/>
                <a:cs typeface="Verdana"/>
                <a:sym typeface="Verdana"/>
              </a:defRPr>
            </a:lvl3pPr>
            <a:lvl4pPr lvl="3">
              <a:spcBef>
                <a:spcPts val="0"/>
              </a:spcBef>
              <a:spcAft>
                <a:spcPts val="0"/>
              </a:spcAft>
              <a:buSzPts val="3000"/>
              <a:buFont typeface="Verdana"/>
              <a:buNone/>
              <a:defRPr>
                <a:latin typeface="Verdana"/>
                <a:ea typeface="Verdana"/>
                <a:cs typeface="Verdana"/>
                <a:sym typeface="Verdana"/>
              </a:defRPr>
            </a:lvl4pPr>
            <a:lvl5pPr lvl="4">
              <a:spcBef>
                <a:spcPts val="0"/>
              </a:spcBef>
              <a:spcAft>
                <a:spcPts val="0"/>
              </a:spcAft>
              <a:buSzPts val="3000"/>
              <a:buFont typeface="Verdana"/>
              <a:buNone/>
              <a:defRPr>
                <a:latin typeface="Verdana"/>
                <a:ea typeface="Verdana"/>
                <a:cs typeface="Verdana"/>
                <a:sym typeface="Verdana"/>
              </a:defRPr>
            </a:lvl5pPr>
            <a:lvl6pPr lvl="5">
              <a:spcBef>
                <a:spcPts val="0"/>
              </a:spcBef>
              <a:spcAft>
                <a:spcPts val="0"/>
              </a:spcAft>
              <a:buSzPts val="3000"/>
              <a:buFont typeface="Verdana"/>
              <a:buNone/>
              <a:defRPr>
                <a:latin typeface="Verdana"/>
                <a:ea typeface="Verdana"/>
                <a:cs typeface="Verdana"/>
                <a:sym typeface="Verdana"/>
              </a:defRPr>
            </a:lvl6pPr>
            <a:lvl7pPr lvl="6">
              <a:spcBef>
                <a:spcPts val="0"/>
              </a:spcBef>
              <a:spcAft>
                <a:spcPts val="0"/>
              </a:spcAft>
              <a:buSzPts val="3000"/>
              <a:buFont typeface="Verdana"/>
              <a:buNone/>
              <a:defRPr>
                <a:latin typeface="Verdana"/>
                <a:ea typeface="Verdana"/>
                <a:cs typeface="Verdana"/>
                <a:sym typeface="Verdana"/>
              </a:defRPr>
            </a:lvl7pPr>
            <a:lvl8pPr lvl="7">
              <a:spcBef>
                <a:spcPts val="0"/>
              </a:spcBef>
              <a:spcAft>
                <a:spcPts val="0"/>
              </a:spcAft>
              <a:buSzPts val="3000"/>
              <a:buFont typeface="Verdana"/>
              <a:buNone/>
              <a:defRPr>
                <a:latin typeface="Verdana"/>
                <a:ea typeface="Verdana"/>
                <a:cs typeface="Verdana"/>
                <a:sym typeface="Verdana"/>
              </a:defRPr>
            </a:lvl8pPr>
            <a:lvl9pPr lvl="8">
              <a:spcBef>
                <a:spcPts val="0"/>
              </a:spcBef>
              <a:spcAft>
                <a:spcPts val="0"/>
              </a:spcAft>
              <a:buSzPts val="3000"/>
              <a:buFont typeface="Verdana"/>
              <a:buNone/>
              <a:defRPr>
                <a:latin typeface="Verdana"/>
                <a:ea typeface="Verdana"/>
                <a:cs typeface="Verdana"/>
                <a:sym typeface="Verdana"/>
              </a:defRPr>
            </a:lvl9pPr>
          </a:lstStyle>
          <a:p>
            <a:endParaRPr/>
          </a:p>
        </p:txBody>
      </p:sp>
      <p:sp>
        <p:nvSpPr>
          <p:cNvPr id="23" name="Google Shape;23;p4"/>
          <p:cNvSpPr txBox="1">
            <a:spLocks noGrp="1"/>
          </p:cNvSpPr>
          <p:nvPr>
            <p:ph type="body" idx="1"/>
          </p:nvPr>
        </p:nvSpPr>
        <p:spPr>
          <a:xfrm>
            <a:off x="387900" y="1489825"/>
            <a:ext cx="3999900" cy="30789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Font typeface="Verdana"/>
              <a:buChar char="●"/>
              <a:defRPr sz="1400">
                <a:latin typeface="Verdana"/>
                <a:ea typeface="Verdana"/>
                <a:cs typeface="Verdana"/>
                <a:sym typeface="Verdana"/>
              </a:defRPr>
            </a:lvl1pPr>
            <a:lvl2pPr marL="914400" lvl="1" indent="-304800">
              <a:spcBef>
                <a:spcPts val="0"/>
              </a:spcBef>
              <a:spcAft>
                <a:spcPts val="0"/>
              </a:spcAft>
              <a:buSzPts val="1200"/>
              <a:buFont typeface="Verdana"/>
              <a:buChar char="○"/>
              <a:defRPr sz="1200">
                <a:latin typeface="Verdana"/>
                <a:ea typeface="Verdana"/>
                <a:cs typeface="Verdana"/>
                <a:sym typeface="Verdana"/>
              </a:defRPr>
            </a:lvl2pPr>
            <a:lvl3pPr marL="1371600" lvl="2" indent="-304800">
              <a:spcBef>
                <a:spcPts val="0"/>
              </a:spcBef>
              <a:spcAft>
                <a:spcPts val="0"/>
              </a:spcAft>
              <a:buSzPts val="1200"/>
              <a:buFont typeface="Verdana"/>
              <a:buChar char="■"/>
              <a:defRPr sz="1200">
                <a:latin typeface="Verdana"/>
                <a:ea typeface="Verdana"/>
                <a:cs typeface="Verdana"/>
                <a:sym typeface="Verdana"/>
              </a:defRPr>
            </a:lvl3pPr>
            <a:lvl4pPr marL="1828800" lvl="3" indent="-304800">
              <a:spcBef>
                <a:spcPts val="0"/>
              </a:spcBef>
              <a:spcAft>
                <a:spcPts val="0"/>
              </a:spcAft>
              <a:buSzPts val="1200"/>
              <a:buFont typeface="Verdana"/>
              <a:buChar char="●"/>
              <a:defRPr sz="1200">
                <a:latin typeface="Verdana"/>
                <a:ea typeface="Verdana"/>
                <a:cs typeface="Verdana"/>
                <a:sym typeface="Verdana"/>
              </a:defRPr>
            </a:lvl4pPr>
            <a:lvl5pPr marL="2286000" lvl="4" indent="-304800">
              <a:spcBef>
                <a:spcPts val="0"/>
              </a:spcBef>
              <a:spcAft>
                <a:spcPts val="0"/>
              </a:spcAft>
              <a:buSzPts val="1200"/>
              <a:buFont typeface="Verdana"/>
              <a:buChar char="○"/>
              <a:defRPr sz="1200">
                <a:latin typeface="Verdana"/>
                <a:ea typeface="Verdana"/>
                <a:cs typeface="Verdana"/>
                <a:sym typeface="Verdana"/>
              </a:defRPr>
            </a:lvl5pPr>
            <a:lvl6pPr marL="2743200" lvl="5" indent="-304800">
              <a:spcBef>
                <a:spcPts val="0"/>
              </a:spcBef>
              <a:spcAft>
                <a:spcPts val="0"/>
              </a:spcAft>
              <a:buSzPts val="1200"/>
              <a:buFont typeface="Verdana"/>
              <a:buChar char="■"/>
              <a:defRPr sz="1200">
                <a:latin typeface="Verdana"/>
                <a:ea typeface="Verdana"/>
                <a:cs typeface="Verdana"/>
                <a:sym typeface="Verdana"/>
              </a:defRPr>
            </a:lvl6pPr>
            <a:lvl7pPr marL="3200400" lvl="6" indent="-304800">
              <a:spcBef>
                <a:spcPts val="0"/>
              </a:spcBef>
              <a:spcAft>
                <a:spcPts val="0"/>
              </a:spcAft>
              <a:buSzPts val="1200"/>
              <a:buFont typeface="Verdana"/>
              <a:buChar char="●"/>
              <a:defRPr sz="1200">
                <a:latin typeface="Verdana"/>
                <a:ea typeface="Verdana"/>
                <a:cs typeface="Verdana"/>
                <a:sym typeface="Verdana"/>
              </a:defRPr>
            </a:lvl7pPr>
            <a:lvl8pPr marL="3657600" lvl="7" indent="-304800">
              <a:spcBef>
                <a:spcPts val="0"/>
              </a:spcBef>
              <a:spcAft>
                <a:spcPts val="0"/>
              </a:spcAft>
              <a:buSzPts val="1200"/>
              <a:buFont typeface="Verdana"/>
              <a:buChar char="○"/>
              <a:defRPr sz="1200">
                <a:latin typeface="Verdana"/>
                <a:ea typeface="Verdana"/>
                <a:cs typeface="Verdana"/>
                <a:sym typeface="Verdana"/>
              </a:defRPr>
            </a:lvl8pPr>
            <a:lvl9pPr marL="4114800" lvl="8" indent="-304800">
              <a:spcBef>
                <a:spcPts val="0"/>
              </a:spcBef>
              <a:spcAft>
                <a:spcPts val="0"/>
              </a:spcAft>
              <a:buSzPts val="1200"/>
              <a:buFont typeface="Verdana"/>
              <a:buChar char="■"/>
              <a:defRPr sz="1200">
                <a:latin typeface="Verdana"/>
                <a:ea typeface="Verdana"/>
                <a:cs typeface="Verdana"/>
                <a:sym typeface="Verdana"/>
              </a:defRPr>
            </a:lvl9pPr>
          </a:lstStyle>
          <a:p>
            <a:endParaRPr/>
          </a:p>
        </p:txBody>
      </p:sp>
      <p:sp>
        <p:nvSpPr>
          <p:cNvPr id="24" name="Google Shape;24;p4"/>
          <p:cNvSpPr txBox="1">
            <a:spLocks noGrp="1"/>
          </p:cNvSpPr>
          <p:nvPr>
            <p:ph type="body" idx="2"/>
          </p:nvPr>
        </p:nvSpPr>
        <p:spPr>
          <a:xfrm>
            <a:off x="4756200" y="1489825"/>
            <a:ext cx="3999900" cy="30789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Font typeface="Verdana"/>
              <a:buChar char="●"/>
              <a:defRPr sz="1400">
                <a:latin typeface="Verdana"/>
                <a:ea typeface="Verdana"/>
                <a:cs typeface="Verdana"/>
                <a:sym typeface="Verdana"/>
              </a:defRPr>
            </a:lvl1pPr>
            <a:lvl2pPr marL="914400" lvl="1" indent="-304800">
              <a:spcBef>
                <a:spcPts val="0"/>
              </a:spcBef>
              <a:spcAft>
                <a:spcPts val="0"/>
              </a:spcAft>
              <a:buSzPts val="1200"/>
              <a:buFont typeface="Verdana"/>
              <a:buChar char="○"/>
              <a:defRPr sz="1200">
                <a:latin typeface="Verdana"/>
                <a:ea typeface="Verdana"/>
                <a:cs typeface="Verdana"/>
                <a:sym typeface="Verdana"/>
              </a:defRPr>
            </a:lvl2pPr>
            <a:lvl3pPr marL="1371600" lvl="2" indent="-304800">
              <a:spcBef>
                <a:spcPts val="0"/>
              </a:spcBef>
              <a:spcAft>
                <a:spcPts val="0"/>
              </a:spcAft>
              <a:buSzPts val="1200"/>
              <a:buFont typeface="Verdana"/>
              <a:buChar char="■"/>
              <a:defRPr sz="1200">
                <a:latin typeface="Verdana"/>
                <a:ea typeface="Verdana"/>
                <a:cs typeface="Verdana"/>
                <a:sym typeface="Verdana"/>
              </a:defRPr>
            </a:lvl3pPr>
            <a:lvl4pPr marL="1828800" lvl="3" indent="-304800">
              <a:spcBef>
                <a:spcPts val="0"/>
              </a:spcBef>
              <a:spcAft>
                <a:spcPts val="0"/>
              </a:spcAft>
              <a:buSzPts val="1200"/>
              <a:buFont typeface="Verdana"/>
              <a:buChar char="●"/>
              <a:defRPr sz="1200">
                <a:latin typeface="Verdana"/>
                <a:ea typeface="Verdana"/>
                <a:cs typeface="Verdana"/>
                <a:sym typeface="Verdana"/>
              </a:defRPr>
            </a:lvl4pPr>
            <a:lvl5pPr marL="2286000" lvl="4" indent="-304800">
              <a:spcBef>
                <a:spcPts val="0"/>
              </a:spcBef>
              <a:spcAft>
                <a:spcPts val="0"/>
              </a:spcAft>
              <a:buSzPts val="1200"/>
              <a:buFont typeface="Verdana"/>
              <a:buChar char="○"/>
              <a:defRPr sz="1200">
                <a:latin typeface="Verdana"/>
                <a:ea typeface="Verdana"/>
                <a:cs typeface="Verdana"/>
                <a:sym typeface="Verdana"/>
              </a:defRPr>
            </a:lvl5pPr>
            <a:lvl6pPr marL="2743200" lvl="5" indent="-304800">
              <a:spcBef>
                <a:spcPts val="0"/>
              </a:spcBef>
              <a:spcAft>
                <a:spcPts val="0"/>
              </a:spcAft>
              <a:buSzPts val="1200"/>
              <a:buFont typeface="Verdana"/>
              <a:buChar char="■"/>
              <a:defRPr sz="1200">
                <a:latin typeface="Verdana"/>
                <a:ea typeface="Verdana"/>
                <a:cs typeface="Verdana"/>
                <a:sym typeface="Verdana"/>
              </a:defRPr>
            </a:lvl6pPr>
            <a:lvl7pPr marL="3200400" lvl="6" indent="-304800">
              <a:spcBef>
                <a:spcPts val="0"/>
              </a:spcBef>
              <a:spcAft>
                <a:spcPts val="0"/>
              </a:spcAft>
              <a:buSzPts val="1200"/>
              <a:buFont typeface="Verdana"/>
              <a:buChar char="●"/>
              <a:defRPr sz="1200">
                <a:latin typeface="Verdana"/>
                <a:ea typeface="Verdana"/>
                <a:cs typeface="Verdana"/>
                <a:sym typeface="Verdana"/>
              </a:defRPr>
            </a:lvl7pPr>
            <a:lvl8pPr marL="3657600" lvl="7" indent="-304800">
              <a:spcBef>
                <a:spcPts val="0"/>
              </a:spcBef>
              <a:spcAft>
                <a:spcPts val="0"/>
              </a:spcAft>
              <a:buSzPts val="1200"/>
              <a:buFont typeface="Verdana"/>
              <a:buChar char="○"/>
              <a:defRPr sz="1200">
                <a:latin typeface="Verdana"/>
                <a:ea typeface="Verdana"/>
                <a:cs typeface="Verdana"/>
                <a:sym typeface="Verdana"/>
              </a:defRPr>
            </a:lvl8pPr>
            <a:lvl9pPr marL="4114800" lvl="8" indent="-304800">
              <a:spcBef>
                <a:spcPts val="0"/>
              </a:spcBef>
              <a:spcAft>
                <a:spcPts val="0"/>
              </a:spcAft>
              <a:buSzPts val="1200"/>
              <a:buFont typeface="Verdana"/>
              <a:buChar char="■"/>
              <a:defRPr sz="1200">
                <a:latin typeface="Verdana"/>
                <a:ea typeface="Verdana"/>
                <a:cs typeface="Verdana"/>
                <a:sym typeface="Verdana"/>
              </a:defRPr>
            </a:lvl9pPr>
          </a:lstStyle>
          <a:p>
            <a:endParaRPr/>
          </a:p>
        </p:txBody>
      </p:sp>
      <p:sp>
        <p:nvSpPr>
          <p:cNvPr id="25" name="Google Shape;25;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atin typeface="Verdana"/>
                <a:ea typeface="Verdana"/>
                <a:cs typeface="Verdana"/>
                <a:sym typeface="Verdana"/>
              </a:defRPr>
            </a:lvl1pPr>
            <a:lvl2pPr lvl="1">
              <a:buNone/>
              <a:defRPr>
                <a:latin typeface="Verdana"/>
                <a:ea typeface="Verdana"/>
                <a:cs typeface="Verdana"/>
                <a:sym typeface="Verdana"/>
              </a:defRPr>
            </a:lvl2pPr>
            <a:lvl3pPr lvl="2">
              <a:buNone/>
              <a:defRPr>
                <a:latin typeface="Verdana"/>
                <a:ea typeface="Verdana"/>
                <a:cs typeface="Verdana"/>
                <a:sym typeface="Verdana"/>
              </a:defRPr>
            </a:lvl3pPr>
            <a:lvl4pPr lvl="3">
              <a:buNone/>
              <a:defRPr>
                <a:latin typeface="Verdana"/>
                <a:ea typeface="Verdana"/>
                <a:cs typeface="Verdana"/>
                <a:sym typeface="Verdana"/>
              </a:defRPr>
            </a:lvl4pPr>
            <a:lvl5pPr lvl="4">
              <a:buNone/>
              <a:defRPr>
                <a:latin typeface="Verdana"/>
                <a:ea typeface="Verdana"/>
                <a:cs typeface="Verdana"/>
                <a:sym typeface="Verdana"/>
              </a:defRPr>
            </a:lvl5pPr>
            <a:lvl6pPr lvl="5">
              <a:buNone/>
              <a:defRPr>
                <a:latin typeface="Verdana"/>
                <a:ea typeface="Verdana"/>
                <a:cs typeface="Verdana"/>
                <a:sym typeface="Verdana"/>
              </a:defRPr>
            </a:lvl6pPr>
            <a:lvl7pPr lvl="6">
              <a:buNone/>
              <a:defRPr>
                <a:latin typeface="Verdana"/>
                <a:ea typeface="Verdana"/>
                <a:cs typeface="Verdana"/>
                <a:sym typeface="Verdana"/>
              </a:defRPr>
            </a:lvl7pPr>
            <a:lvl8pPr lvl="7">
              <a:buNone/>
              <a:defRPr>
                <a:latin typeface="Verdana"/>
                <a:ea typeface="Verdana"/>
                <a:cs typeface="Verdana"/>
                <a:sym typeface="Verdana"/>
              </a:defRPr>
            </a:lvl8pPr>
            <a:lvl9pPr lvl="8">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
              <a:t>‹#›</a:t>
            </a:fld>
            <a:endParaRPr/>
          </a:p>
        </p:txBody>
      </p:sp>
      <p:sp>
        <p:nvSpPr>
          <p:cNvPr id="26" name="Google Shape;26;p4"/>
          <p:cNvSpPr txBox="1">
            <a:spLocks noGrp="1"/>
          </p:cNvSpPr>
          <p:nvPr>
            <p:ph type="body" idx="3"/>
          </p:nvPr>
        </p:nvSpPr>
        <p:spPr>
          <a:xfrm>
            <a:off x="4756200" y="3775825"/>
            <a:ext cx="3999900" cy="342600"/>
          </a:xfrm>
          <a:prstGeom prst="rect">
            <a:avLst/>
          </a:prstGeom>
        </p:spPr>
        <p:txBody>
          <a:bodyPr spcFirstLastPara="1" wrap="square" lIns="91425" tIns="91425" rIns="91425" bIns="91425" anchor="t" anchorCtr="0">
            <a:normAutofit/>
          </a:bodyPr>
          <a:lstStyle>
            <a:lvl1pPr marL="457200" lvl="0" indent="-298450" algn="r" rtl="0">
              <a:spcBef>
                <a:spcPts val="0"/>
              </a:spcBef>
              <a:spcAft>
                <a:spcPts val="0"/>
              </a:spcAft>
              <a:buSzPts val="1100"/>
              <a:buFont typeface="Verdana"/>
              <a:buChar char="●"/>
              <a:defRPr sz="1100">
                <a:latin typeface="Verdana"/>
                <a:ea typeface="Verdana"/>
                <a:cs typeface="Verdana"/>
                <a:sym typeface="Verdana"/>
              </a:defRPr>
            </a:lvl1pPr>
            <a:lvl2pPr marL="914400" lvl="1" indent="-279400" algn="r" rtl="0">
              <a:spcBef>
                <a:spcPts val="0"/>
              </a:spcBef>
              <a:spcAft>
                <a:spcPts val="0"/>
              </a:spcAft>
              <a:buSzPts val="800"/>
              <a:buFont typeface="Verdana"/>
              <a:buChar char="○"/>
              <a:defRPr sz="800">
                <a:latin typeface="Verdana"/>
                <a:ea typeface="Verdana"/>
                <a:cs typeface="Verdana"/>
                <a:sym typeface="Verdana"/>
              </a:defRPr>
            </a:lvl2pPr>
            <a:lvl3pPr marL="1371600" lvl="2" indent="-279400" algn="r" rtl="0">
              <a:spcBef>
                <a:spcPts val="0"/>
              </a:spcBef>
              <a:spcAft>
                <a:spcPts val="0"/>
              </a:spcAft>
              <a:buSzPts val="800"/>
              <a:buFont typeface="Verdana"/>
              <a:buChar char="■"/>
              <a:defRPr sz="800">
                <a:latin typeface="Verdana"/>
                <a:ea typeface="Verdana"/>
                <a:cs typeface="Verdana"/>
                <a:sym typeface="Verdana"/>
              </a:defRPr>
            </a:lvl3pPr>
            <a:lvl4pPr marL="1828800" lvl="3" indent="-279400" algn="r" rtl="0">
              <a:spcBef>
                <a:spcPts val="0"/>
              </a:spcBef>
              <a:spcAft>
                <a:spcPts val="0"/>
              </a:spcAft>
              <a:buSzPts val="800"/>
              <a:buFont typeface="Verdana"/>
              <a:buChar char="●"/>
              <a:defRPr sz="800">
                <a:latin typeface="Verdana"/>
                <a:ea typeface="Verdana"/>
                <a:cs typeface="Verdana"/>
                <a:sym typeface="Verdana"/>
              </a:defRPr>
            </a:lvl4pPr>
            <a:lvl5pPr marL="2286000" lvl="4" indent="-279400" algn="r" rtl="0">
              <a:spcBef>
                <a:spcPts val="0"/>
              </a:spcBef>
              <a:spcAft>
                <a:spcPts val="0"/>
              </a:spcAft>
              <a:buSzPts val="800"/>
              <a:buFont typeface="Verdana"/>
              <a:buChar char="○"/>
              <a:defRPr sz="800">
                <a:latin typeface="Verdana"/>
                <a:ea typeface="Verdana"/>
                <a:cs typeface="Verdana"/>
                <a:sym typeface="Verdana"/>
              </a:defRPr>
            </a:lvl5pPr>
            <a:lvl6pPr marL="2743200" lvl="5" indent="-279400" algn="r" rtl="0">
              <a:spcBef>
                <a:spcPts val="0"/>
              </a:spcBef>
              <a:spcAft>
                <a:spcPts val="0"/>
              </a:spcAft>
              <a:buSzPts val="800"/>
              <a:buFont typeface="Verdana"/>
              <a:buChar char="■"/>
              <a:defRPr sz="800">
                <a:latin typeface="Verdana"/>
                <a:ea typeface="Verdana"/>
                <a:cs typeface="Verdana"/>
                <a:sym typeface="Verdana"/>
              </a:defRPr>
            </a:lvl6pPr>
            <a:lvl7pPr marL="3200400" lvl="6" indent="-279400" algn="r" rtl="0">
              <a:spcBef>
                <a:spcPts val="0"/>
              </a:spcBef>
              <a:spcAft>
                <a:spcPts val="0"/>
              </a:spcAft>
              <a:buSzPts val="800"/>
              <a:buFont typeface="Verdana"/>
              <a:buChar char="●"/>
              <a:defRPr sz="800">
                <a:latin typeface="Verdana"/>
                <a:ea typeface="Verdana"/>
                <a:cs typeface="Verdana"/>
                <a:sym typeface="Verdana"/>
              </a:defRPr>
            </a:lvl7pPr>
            <a:lvl8pPr marL="3657600" lvl="7" indent="-279400" algn="r" rtl="0">
              <a:spcBef>
                <a:spcPts val="0"/>
              </a:spcBef>
              <a:spcAft>
                <a:spcPts val="0"/>
              </a:spcAft>
              <a:buSzPts val="800"/>
              <a:buFont typeface="Verdana"/>
              <a:buChar char="○"/>
              <a:defRPr sz="800">
                <a:latin typeface="Verdana"/>
                <a:ea typeface="Verdana"/>
                <a:cs typeface="Verdana"/>
                <a:sym typeface="Verdana"/>
              </a:defRPr>
            </a:lvl8pPr>
            <a:lvl9pPr marL="4114800" lvl="8" indent="-279400" algn="r" rtl="0">
              <a:spcBef>
                <a:spcPts val="0"/>
              </a:spcBef>
              <a:spcAft>
                <a:spcPts val="0"/>
              </a:spcAft>
              <a:buSzPts val="800"/>
              <a:buFont typeface="Verdana"/>
              <a:buChar char="■"/>
              <a:defRPr sz="800">
                <a:latin typeface="Verdana"/>
                <a:ea typeface="Verdana"/>
                <a:cs typeface="Verdana"/>
                <a:sym typeface="Verdana"/>
              </a:defRPr>
            </a:lvl9pPr>
          </a:lstStyle>
          <a:p>
            <a:endParaRPr/>
          </a:p>
        </p:txBody>
      </p:sp>
      <p:sp>
        <p:nvSpPr>
          <p:cNvPr id="2" name="Google Shape;32;p5">
            <a:extLst>
              <a:ext uri="{FF2B5EF4-FFF2-40B4-BE49-F238E27FC236}">
                <a16:creationId xmlns:a16="http://schemas.microsoft.com/office/drawing/2014/main" id="{AABE2EBA-005E-0CE7-7FCD-7CFFF7D7E901}"/>
              </a:ext>
            </a:extLst>
          </p:cNvPr>
          <p:cNvSpPr txBox="1">
            <a:spLocks noGrp="1"/>
          </p:cNvSpPr>
          <p:nvPr>
            <p:ph type="subTitle" idx="13"/>
          </p:nvPr>
        </p:nvSpPr>
        <p:spPr>
          <a:xfrm>
            <a:off x="386975" y="1016400"/>
            <a:ext cx="8368200" cy="8427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SzPts val="1800"/>
              <a:buFont typeface="Verdana"/>
              <a:buNone/>
              <a:defRPr sz="1800">
                <a:latin typeface="Verdana"/>
                <a:ea typeface="Verdana"/>
                <a:cs typeface="Verdana"/>
                <a:sym typeface="Verdana"/>
              </a:defRPr>
            </a:lvl1pPr>
            <a:lvl2pPr lvl="1" algn="ctr" rtl="0">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2pPr>
            <a:lvl3pPr lvl="2" algn="ctr" rtl="0">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3pPr>
            <a:lvl4pPr lvl="3" algn="ctr" rtl="0">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4pPr>
            <a:lvl5pPr lvl="4" algn="ctr" rtl="0">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5pPr>
            <a:lvl6pPr lvl="5" algn="ctr" rtl="0">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6pPr>
            <a:lvl7pPr lvl="6" algn="ctr" rtl="0">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7pPr>
            <a:lvl8pPr lvl="7" algn="ctr" rtl="0">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8pPr>
            <a:lvl9pPr lvl="8" algn="ctr" rtl="0">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9pPr>
          </a:lstStyle>
          <a:p>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7"/>
        <p:cNvGrpSpPr/>
        <p:nvPr/>
      </p:nvGrpSpPr>
      <p:grpSpPr>
        <a:xfrm>
          <a:off x="0" y="0"/>
          <a:ext cx="0" cy="0"/>
          <a:chOff x="0" y="0"/>
          <a:chExt cx="0" cy="0"/>
        </a:xfrm>
      </p:grpSpPr>
      <p:cxnSp>
        <p:nvCxnSpPr>
          <p:cNvPr id="28" name="Google Shape;28;p5"/>
          <p:cNvCxnSpPr/>
          <p:nvPr/>
        </p:nvCxnSpPr>
        <p:spPr>
          <a:xfrm>
            <a:off x="492563" y="955484"/>
            <a:ext cx="424800" cy="0"/>
          </a:xfrm>
          <a:prstGeom prst="straightConnector1">
            <a:avLst/>
          </a:prstGeom>
          <a:noFill/>
          <a:ln w="38100" cap="flat" cmpd="sng">
            <a:solidFill>
              <a:srgbClr val="FDCB3B"/>
            </a:solidFill>
            <a:prstDash val="solid"/>
            <a:round/>
            <a:headEnd type="none" w="sm" len="sm"/>
            <a:tailEnd type="none" w="sm" len="sm"/>
          </a:ln>
        </p:spPr>
      </p:cxnSp>
      <p:sp>
        <p:nvSpPr>
          <p:cNvPr id="29" name="Google Shape;29;p5"/>
          <p:cNvSpPr txBox="1">
            <a:spLocks noGrp="1"/>
          </p:cNvSpPr>
          <p:nvPr>
            <p:ph type="title"/>
          </p:nvPr>
        </p:nvSpPr>
        <p:spPr>
          <a:xfrm>
            <a:off x="387900" y="153225"/>
            <a:ext cx="8368200" cy="686100"/>
          </a:xfrm>
          <a:prstGeom prst="rect">
            <a:avLst/>
          </a:prstGeom>
        </p:spPr>
        <p:txBody>
          <a:bodyPr spcFirstLastPara="1" wrap="square" lIns="91425" tIns="91425" rIns="91425" bIns="91425" anchor="b" anchorCtr="0">
            <a:normAutofit/>
          </a:bodyPr>
          <a:lstStyle>
            <a:lvl1pPr lvl="0" rtl="0">
              <a:spcBef>
                <a:spcPts val="0"/>
              </a:spcBef>
              <a:spcAft>
                <a:spcPts val="0"/>
              </a:spcAft>
              <a:buSzPts val="2400"/>
              <a:buFont typeface="Verdana"/>
              <a:buNone/>
              <a:defRPr sz="2400">
                <a:latin typeface="Verdana"/>
                <a:ea typeface="Verdana"/>
                <a:cs typeface="Verdana"/>
                <a:sym typeface="Verdana"/>
              </a:defRPr>
            </a:lvl1pPr>
            <a:lvl2pPr lvl="1" rtl="0">
              <a:spcBef>
                <a:spcPts val="0"/>
              </a:spcBef>
              <a:spcAft>
                <a:spcPts val="0"/>
              </a:spcAft>
              <a:buSzPts val="3000"/>
              <a:buFont typeface="Verdana"/>
              <a:buNone/>
              <a:defRPr>
                <a:latin typeface="Verdana"/>
                <a:ea typeface="Verdana"/>
                <a:cs typeface="Verdana"/>
                <a:sym typeface="Verdana"/>
              </a:defRPr>
            </a:lvl2pPr>
            <a:lvl3pPr lvl="2" rtl="0">
              <a:spcBef>
                <a:spcPts val="0"/>
              </a:spcBef>
              <a:spcAft>
                <a:spcPts val="0"/>
              </a:spcAft>
              <a:buSzPts val="3000"/>
              <a:buFont typeface="Verdana"/>
              <a:buNone/>
              <a:defRPr>
                <a:latin typeface="Verdana"/>
                <a:ea typeface="Verdana"/>
                <a:cs typeface="Verdana"/>
                <a:sym typeface="Verdana"/>
              </a:defRPr>
            </a:lvl3pPr>
            <a:lvl4pPr lvl="3" rtl="0">
              <a:spcBef>
                <a:spcPts val="0"/>
              </a:spcBef>
              <a:spcAft>
                <a:spcPts val="0"/>
              </a:spcAft>
              <a:buSzPts val="3000"/>
              <a:buFont typeface="Verdana"/>
              <a:buNone/>
              <a:defRPr>
                <a:latin typeface="Verdana"/>
                <a:ea typeface="Verdana"/>
                <a:cs typeface="Verdana"/>
                <a:sym typeface="Verdana"/>
              </a:defRPr>
            </a:lvl4pPr>
            <a:lvl5pPr lvl="4" rtl="0">
              <a:spcBef>
                <a:spcPts val="0"/>
              </a:spcBef>
              <a:spcAft>
                <a:spcPts val="0"/>
              </a:spcAft>
              <a:buSzPts val="3000"/>
              <a:buFont typeface="Verdana"/>
              <a:buNone/>
              <a:defRPr>
                <a:latin typeface="Verdana"/>
                <a:ea typeface="Verdana"/>
                <a:cs typeface="Verdana"/>
                <a:sym typeface="Verdana"/>
              </a:defRPr>
            </a:lvl5pPr>
            <a:lvl6pPr lvl="5" rtl="0">
              <a:spcBef>
                <a:spcPts val="0"/>
              </a:spcBef>
              <a:spcAft>
                <a:spcPts val="0"/>
              </a:spcAft>
              <a:buSzPts val="3000"/>
              <a:buFont typeface="Verdana"/>
              <a:buNone/>
              <a:defRPr>
                <a:latin typeface="Verdana"/>
                <a:ea typeface="Verdana"/>
                <a:cs typeface="Verdana"/>
                <a:sym typeface="Verdana"/>
              </a:defRPr>
            </a:lvl6pPr>
            <a:lvl7pPr lvl="6" rtl="0">
              <a:spcBef>
                <a:spcPts val="0"/>
              </a:spcBef>
              <a:spcAft>
                <a:spcPts val="0"/>
              </a:spcAft>
              <a:buSzPts val="3000"/>
              <a:buFont typeface="Verdana"/>
              <a:buNone/>
              <a:defRPr>
                <a:latin typeface="Verdana"/>
                <a:ea typeface="Verdana"/>
                <a:cs typeface="Verdana"/>
                <a:sym typeface="Verdana"/>
              </a:defRPr>
            </a:lvl7pPr>
            <a:lvl8pPr lvl="7" rtl="0">
              <a:spcBef>
                <a:spcPts val="0"/>
              </a:spcBef>
              <a:spcAft>
                <a:spcPts val="0"/>
              </a:spcAft>
              <a:buSzPts val="3000"/>
              <a:buFont typeface="Verdana"/>
              <a:buNone/>
              <a:defRPr>
                <a:latin typeface="Verdana"/>
                <a:ea typeface="Verdana"/>
                <a:cs typeface="Verdana"/>
                <a:sym typeface="Verdana"/>
              </a:defRPr>
            </a:lvl8pPr>
            <a:lvl9pPr lvl="8" rtl="0">
              <a:spcBef>
                <a:spcPts val="0"/>
              </a:spcBef>
              <a:spcAft>
                <a:spcPts val="0"/>
              </a:spcAft>
              <a:buSzPts val="3000"/>
              <a:buFont typeface="Verdana"/>
              <a:buNone/>
              <a:defRPr>
                <a:latin typeface="Verdana"/>
                <a:ea typeface="Verdana"/>
                <a:cs typeface="Verdana"/>
                <a:sym typeface="Verdana"/>
              </a:defRPr>
            </a:lvl9pPr>
          </a:lstStyle>
          <a:p>
            <a:endParaRPr/>
          </a:p>
        </p:txBody>
      </p:sp>
      <p:sp>
        <p:nvSpPr>
          <p:cNvPr id="30" name="Google Shape;30;p5"/>
          <p:cNvSpPr txBox="1">
            <a:spLocks noGrp="1"/>
          </p:cNvSpPr>
          <p:nvPr>
            <p:ph type="body" idx="1"/>
          </p:nvPr>
        </p:nvSpPr>
        <p:spPr>
          <a:xfrm>
            <a:off x="387900" y="1489824"/>
            <a:ext cx="8368200" cy="3078900"/>
          </a:xfrm>
          <a:prstGeom prst="rect">
            <a:avLst/>
          </a:prstGeom>
        </p:spPr>
        <p:txBody>
          <a:bodyPr spcFirstLastPara="1" wrap="square" lIns="91425" tIns="91425" rIns="91425" bIns="91425" anchor="t" anchorCtr="0">
            <a:normAutofit/>
          </a:bodyPr>
          <a:lstStyle>
            <a:lvl1pPr marL="457200" lvl="0" indent="-317500" rtl="0">
              <a:spcBef>
                <a:spcPts val="0"/>
              </a:spcBef>
              <a:spcAft>
                <a:spcPts val="0"/>
              </a:spcAft>
              <a:buSzPts val="1400"/>
              <a:buFont typeface="Verdana"/>
              <a:buChar char="●"/>
              <a:defRPr sz="1400">
                <a:latin typeface="Verdana"/>
                <a:ea typeface="Verdana"/>
                <a:cs typeface="Verdana"/>
                <a:sym typeface="Verdana"/>
              </a:defRPr>
            </a:lvl1pPr>
            <a:lvl2pPr marL="914400" lvl="1" indent="-317500" rtl="0">
              <a:spcBef>
                <a:spcPts val="0"/>
              </a:spcBef>
              <a:spcAft>
                <a:spcPts val="0"/>
              </a:spcAft>
              <a:buSzPts val="1400"/>
              <a:buFont typeface="Verdana"/>
              <a:buChar char="○"/>
              <a:defRPr>
                <a:latin typeface="Verdana"/>
                <a:ea typeface="Verdana"/>
                <a:cs typeface="Verdana"/>
                <a:sym typeface="Verdana"/>
              </a:defRPr>
            </a:lvl2pPr>
            <a:lvl3pPr marL="1371600" lvl="2" indent="-317500" rtl="0">
              <a:spcBef>
                <a:spcPts val="0"/>
              </a:spcBef>
              <a:spcAft>
                <a:spcPts val="0"/>
              </a:spcAft>
              <a:buSzPts val="1400"/>
              <a:buFont typeface="Verdana"/>
              <a:buChar char="■"/>
              <a:defRPr>
                <a:latin typeface="Verdana"/>
                <a:ea typeface="Verdana"/>
                <a:cs typeface="Verdana"/>
                <a:sym typeface="Verdana"/>
              </a:defRPr>
            </a:lvl3pPr>
            <a:lvl4pPr marL="1828800" lvl="3" indent="-317500" rtl="0">
              <a:spcBef>
                <a:spcPts val="0"/>
              </a:spcBef>
              <a:spcAft>
                <a:spcPts val="0"/>
              </a:spcAft>
              <a:buSzPts val="1400"/>
              <a:buFont typeface="Verdana"/>
              <a:buChar char="●"/>
              <a:defRPr>
                <a:latin typeface="Verdana"/>
                <a:ea typeface="Verdana"/>
                <a:cs typeface="Verdana"/>
                <a:sym typeface="Verdana"/>
              </a:defRPr>
            </a:lvl4pPr>
            <a:lvl5pPr marL="2286000" lvl="4" indent="-317500" rtl="0">
              <a:spcBef>
                <a:spcPts val="0"/>
              </a:spcBef>
              <a:spcAft>
                <a:spcPts val="0"/>
              </a:spcAft>
              <a:buSzPts val="1400"/>
              <a:buFont typeface="Verdana"/>
              <a:buChar char="○"/>
              <a:defRPr>
                <a:latin typeface="Verdana"/>
                <a:ea typeface="Verdana"/>
                <a:cs typeface="Verdana"/>
                <a:sym typeface="Verdana"/>
              </a:defRPr>
            </a:lvl5pPr>
            <a:lvl6pPr marL="2743200" lvl="5" indent="-317500" rtl="0">
              <a:spcBef>
                <a:spcPts val="0"/>
              </a:spcBef>
              <a:spcAft>
                <a:spcPts val="0"/>
              </a:spcAft>
              <a:buSzPts val="1400"/>
              <a:buFont typeface="Verdana"/>
              <a:buChar char="■"/>
              <a:defRPr>
                <a:latin typeface="Verdana"/>
                <a:ea typeface="Verdana"/>
                <a:cs typeface="Verdana"/>
                <a:sym typeface="Verdana"/>
              </a:defRPr>
            </a:lvl6pPr>
            <a:lvl7pPr marL="3200400" lvl="6" indent="-317500" rtl="0">
              <a:spcBef>
                <a:spcPts val="0"/>
              </a:spcBef>
              <a:spcAft>
                <a:spcPts val="0"/>
              </a:spcAft>
              <a:buSzPts val="1400"/>
              <a:buFont typeface="Verdana"/>
              <a:buChar char="●"/>
              <a:defRPr>
                <a:latin typeface="Verdana"/>
                <a:ea typeface="Verdana"/>
                <a:cs typeface="Verdana"/>
                <a:sym typeface="Verdana"/>
              </a:defRPr>
            </a:lvl7pPr>
            <a:lvl8pPr marL="3657600" lvl="7" indent="-317500" rtl="0">
              <a:spcBef>
                <a:spcPts val="0"/>
              </a:spcBef>
              <a:spcAft>
                <a:spcPts val="0"/>
              </a:spcAft>
              <a:buSzPts val="1400"/>
              <a:buFont typeface="Verdana"/>
              <a:buChar char="○"/>
              <a:defRPr>
                <a:latin typeface="Verdana"/>
                <a:ea typeface="Verdana"/>
                <a:cs typeface="Verdana"/>
                <a:sym typeface="Verdana"/>
              </a:defRPr>
            </a:lvl8pPr>
            <a:lvl9pPr marL="4114800" lvl="8" indent="-317500" rtl="0">
              <a:spcBef>
                <a:spcPts val="0"/>
              </a:spcBef>
              <a:spcAft>
                <a:spcPts val="0"/>
              </a:spcAft>
              <a:buSzPts val="1400"/>
              <a:buFont typeface="Verdana"/>
              <a:buChar char="■"/>
              <a:defRPr>
                <a:latin typeface="Verdana"/>
                <a:ea typeface="Verdana"/>
                <a:cs typeface="Verdana"/>
                <a:sym typeface="Verdana"/>
              </a:defRPr>
            </a:lvl9pPr>
          </a:lstStyle>
          <a:p>
            <a:endParaRPr dirty="0"/>
          </a:p>
        </p:txBody>
      </p:sp>
      <p:sp>
        <p:nvSpPr>
          <p:cNvPr id="31" name="Google Shape;31;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atin typeface="Verdana"/>
                <a:ea typeface="Verdana"/>
                <a:cs typeface="Verdana"/>
                <a:sym typeface="Verdana"/>
              </a:defRPr>
            </a:lvl1pPr>
            <a:lvl2pPr lvl="1" rtl="0">
              <a:buNone/>
              <a:defRPr>
                <a:latin typeface="Verdana"/>
                <a:ea typeface="Verdana"/>
                <a:cs typeface="Verdana"/>
                <a:sym typeface="Verdana"/>
              </a:defRPr>
            </a:lvl2pPr>
            <a:lvl3pPr lvl="2" rtl="0">
              <a:buNone/>
              <a:defRPr>
                <a:latin typeface="Verdana"/>
                <a:ea typeface="Verdana"/>
                <a:cs typeface="Verdana"/>
                <a:sym typeface="Verdana"/>
              </a:defRPr>
            </a:lvl3pPr>
            <a:lvl4pPr lvl="3" rtl="0">
              <a:buNone/>
              <a:defRPr>
                <a:latin typeface="Verdana"/>
                <a:ea typeface="Verdana"/>
                <a:cs typeface="Verdana"/>
                <a:sym typeface="Verdana"/>
              </a:defRPr>
            </a:lvl4pPr>
            <a:lvl5pPr lvl="4" rtl="0">
              <a:buNone/>
              <a:defRPr>
                <a:latin typeface="Verdana"/>
                <a:ea typeface="Verdana"/>
                <a:cs typeface="Verdana"/>
                <a:sym typeface="Verdana"/>
              </a:defRPr>
            </a:lvl5pPr>
            <a:lvl6pPr lvl="5" rtl="0">
              <a:buNone/>
              <a:defRPr>
                <a:latin typeface="Verdana"/>
                <a:ea typeface="Verdana"/>
                <a:cs typeface="Verdana"/>
                <a:sym typeface="Verdana"/>
              </a:defRPr>
            </a:lvl6pPr>
            <a:lvl7pPr lvl="6" rtl="0">
              <a:buNone/>
              <a:defRPr>
                <a:latin typeface="Verdana"/>
                <a:ea typeface="Verdana"/>
                <a:cs typeface="Verdana"/>
                <a:sym typeface="Verdana"/>
              </a:defRPr>
            </a:lvl7pPr>
            <a:lvl8pPr lvl="7" rtl="0">
              <a:buNone/>
              <a:defRPr>
                <a:latin typeface="Verdana"/>
                <a:ea typeface="Verdana"/>
                <a:cs typeface="Verdana"/>
                <a:sym typeface="Verdana"/>
              </a:defRPr>
            </a:lvl8pPr>
            <a:lvl9pPr lvl="8" rtl="0">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
              <a:t>‹#›</a:t>
            </a:fld>
            <a:endParaRPr/>
          </a:p>
        </p:txBody>
      </p:sp>
      <p:sp>
        <p:nvSpPr>
          <p:cNvPr id="32" name="Google Shape;32;p5"/>
          <p:cNvSpPr txBox="1">
            <a:spLocks noGrp="1"/>
          </p:cNvSpPr>
          <p:nvPr>
            <p:ph type="subTitle" idx="2"/>
          </p:nvPr>
        </p:nvSpPr>
        <p:spPr>
          <a:xfrm>
            <a:off x="386975" y="1016400"/>
            <a:ext cx="8368200" cy="8427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SzPts val="1800"/>
              <a:buFont typeface="Verdana"/>
              <a:buNone/>
              <a:defRPr sz="1800">
                <a:latin typeface="Verdana"/>
                <a:ea typeface="Verdana"/>
                <a:cs typeface="Verdana"/>
                <a:sym typeface="Verdana"/>
              </a:defRPr>
            </a:lvl1pPr>
            <a:lvl2pPr lvl="1" algn="ctr" rtl="0">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2pPr>
            <a:lvl3pPr lvl="2" algn="ctr" rtl="0">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3pPr>
            <a:lvl4pPr lvl="3" algn="ctr" rtl="0">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4pPr>
            <a:lvl5pPr lvl="4" algn="ctr" rtl="0">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5pPr>
            <a:lvl6pPr lvl="5" algn="ctr" rtl="0">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6pPr>
            <a:lvl7pPr lvl="6" algn="ctr" rtl="0">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7pPr>
            <a:lvl8pPr lvl="7" algn="ctr" rtl="0">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8pPr>
            <a:lvl9pPr lvl="8" algn="ctr" rtl="0">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9pPr>
          </a:lstStyle>
          <a:p>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lvl1pPr lvl="0">
              <a:spcBef>
                <a:spcPts val="0"/>
              </a:spcBef>
              <a:spcAft>
                <a:spcPts val="0"/>
              </a:spcAft>
              <a:buSzPts val="3000"/>
              <a:buFont typeface="Verdana"/>
              <a:buNone/>
              <a:defRPr>
                <a:latin typeface="Verdana"/>
                <a:ea typeface="Verdana"/>
                <a:cs typeface="Verdana"/>
                <a:sym typeface="Verdana"/>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5" name="Google Shape;35;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6"/>
        <p:cNvGrpSpPr/>
        <p:nvPr/>
      </p:nvGrpSpPr>
      <p:grpSpPr>
        <a:xfrm>
          <a:off x="0" y="0"/>
          <a:ext cx="0" cy="0"/>
          <a:chOff x="0" y="0"/>
          <a:chExt cx="0" cy="0"/>
        </a:xfrm>
      </p:grpSpPr>
      <p:cxnSp>
        <p:nvCxnSpPr>
          <p:cNvPr id="37" name="Google Shape;37;p7"/>
          <p:cNvCxnSpPr/>
          <p:nvPr/>
        </p:nvCxnSpPr>
        <p:spPr>
          <a:xfrm>
            <a:off x="489218" y="1412277"/>
            <a:ext cx="331500" cy="0"/>
          </a:xfrm>
          <a:prstGeom prst="straightConnector1">
            <a:avLst/>
          </a:prstGeom>
          <a:noFill/>
          <a:ln w="38100" cap="flat" cmpd="sng">
            <a:solidFill>
              <a:srgbClr val="FDCB3B"/>
            </a:solidFill>
            <a:prstDash val="solid"/>
            <a:round/>
            <a:headEnd type="none" w="sm" len="sm"/>
            <a:tailEnd type="none" w="sm" len="sm"/>
          </a:ln>
        </p:spPr>
      </p:cxnSp>
      <p:sp>
        <p:nvSpPr>
          <p:cNvPr id="38" name="Google Shape;38;p7"/>
          <p:cNvSpPr txBox="1">
            <a:spLocks noGrp="1"/>
          </p:cNvSpPr>
          <p:nvPr>
            <p:ph type="title"/>
          </p:nvPr>
        </p:nvSpPr>
        <p:spPr>
          <a:xfrm>
            <a:off x="3879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Font typeface="Verdana"/>
              <a:buNone/>
              <a:defRPr sz="2400">
                <a:latin typeface="Verdana"/>
                <a:ea typeface="Verdana"/>
                <a:cs typeface="Verdana"/>
                <a:sym typeface="Verdana"/>
              </a:defRPr>
            </a:lvl1pPr>
            <a:lvl2pPr lvl="1">
              <a:spcBef>
                <a:spcPts val="0"/>
              </a:spcBef>
              <a:spcAft>
                <a:spcPts val="0"/>
              </a:spcAft>
              <a:buSzPts val="2400"/>
              <a:buFont typeface="Verdana"/>
              <a:buNone/>
              <a:defRPr sz="2400">
                <a:latin typeface="Verdana"/>
                <a:ea typeface="Verdana"/>
                <a:cs typeface="Verdana"/>
                <a:sym typeface="Verdana"/>
              </a:defRPr>
            </a:lvl2pPr>
            <a:lvl3pPr lvl="2">
              <a:spcBef>
                <a:spcPts val="0"/>
              </a:spcBef>
              <a:spcAft>
                <a:spcPts val="0"/>
              </a:spcAft>
              <a:buSzPts val="2400"/>
              <a:buFont typeface="Verdana"/>
              <a:buNone/>
              <a:defRPr sz="2400">
                <a:latin typeface="Verdana"/>
                <a:ea typeface="Verdana"/>
                <a:cs typeface="Verdana"/>
                <a:sym typeface="Verdana"/>
              </a:defRPr>
            </a:lvl3pPr>
            <a:lvl4pPr lvl="3">
              <a:spcBef>
                <a:spcPts val="0"/>
              </a:spcBef>
              <a:spcAft>
                <a:spcPts val="0"/>
              </a:spcAft>
              <a:buSzPts val="2400"/>
              <a:buFont typeface="Verdana"/>
              <a:buNone/>
              <a:defRPr sz="2400">
                <a:latin typeface="Verdana"/>
                <a:ea typeface="Verdana"/>
                <a:cs typeface="Verdana"/>
                <a:sym typeface="Verdana"/>
              </a:defRPr>
            </a:lvl4pPr>
            <a:lvl5pPr lvl="4">
              <a:spcBef>
                <a:spcPts val="0"/>
              </a:spcBef>
              <a:spcAft>
                <a:spcPts val="0"/>
              </a:spcAft>
              <a:buSzPts val="2400"/>
              <a:buFont typeface="Verdana"/>
              <a:buNone/>
              <a:defRPr sz="2400">
                <a:latin typeface="Verdana"/>
                <a:ea typeface="Verdana"/>
                <a:cs typeface="Verdana"/>
                <a:sym typeface="Verdana"/>
              </a:defRPr>
            </a:lvl5pPr>
            <a:lvl6pPr lvl="5">
              <a:spcBef>
                <a:spcPts val="0"/>
              </a:spcBef>
              <a:spcAft>
                <a:spcPts val="0"/>
              </a:spcAft>
              <a:buSzPts val="2400"/>
              <a:buFont typeface="Verdana"/>
              <a:buNone/>
              <a:defRPr sz="2400">
                <a:latin typeface="Verdana"/>
                <a:ea typeface="Verdana"/>
                <a:cs typeface="Verdana"/>
                <a:sym typeface="Verdana"/>
              </a:defRPr>
            </a:lvl6pPr>
            <a:lvl7pPr lvl="6">
              <a:spcBef>
                <a:spcPts val="0"/>
              </a:spcBef>
              <a:spcAft>
                <a:spcPts val="0"/>
              </a:spcAft>
              <a:buSzPts val="2400"/>
              <a:buFont typeface="Verdana"/>
              <a:buNone/>
              <a:defRPr sz="2400">
                <a:latin typeface="Verdana"/>
                <a:ea typeface="Verdana"/>
                <a:cs typeface="Verdana"/>
                <a:sym typeface="Verdana"/>
              </a:defRPr>
            </a:lvl7pPr>
            <a:lvl8pPr lvl="7">
              <a:spcBef>
                <a:spcPts val="0"/>
              </a:spcBef>
              <a:spcAft>
                <a:spcPts val="0"/>
              </a:spcAft>
              <a:buSzPts val="2400"/>
              <a:buFont typeface="Verdana"/>
              <a:buNone/>
              <a:defRPr sz="2400">
                <a:latin typeface="Verdana"/>
                <a:ea typeface="Verdana"/>
                <a:cs typeface="Verdana"/>
                <a:sym typeface="Verdana"/>
              </a:defRPr>
            </a:lvl8pPr>
            <a:lvl9pPr lvl="8">
              <a:spcBef>
                <a:spcPts val="0"/>
              </a:spcBef>
              <a:spcAft>
                <a:spcPts val="0"/>
              </a:spcAft>
              <a:buSzPts val="2400"/>
              <a:buFont typeface="Verdana"/>
              <a:buNone/>
              <a:defRPr sz="2400">
                <a:latin typeface="Verdana"/>
                <a:ea typeface="Verdana"/>
                <a:cs typeface="Verdana"/>
                <a:sym typeface="Verdana"/>
              </a:defRPr>
            </a:lvl9pPr>
          </a:lstStyle>
          <a:p>
            <a:endParaRPr/>
          </a:p>
        </p:txBody>
      </p:sp>
      <p:sp>
        <p:nvSpPr>
          <p:cNvPr id="39" name="Google Shape;39;p7"/>
          <p:cNvSpPr txBox="1">
            <a:spLocks noGrp="1"/>
          </p:cNvSpPr>
          <p:nvPr>
            <p:ph type="body" idx="1"/>
          </p:nvPr>
        </p:nvSpPr>
        <p:spPr>
          <a:xfrm>
            <a:off x="387900" y="1594025"/>
            <a:ext cx="2808000" cy="26811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Font typeface="Verdana"/>
              <a:buChar char="●"/>
              <a:defRPr sz="1200">
                <a:latin typeface="Verdana"/>
                <a:ea typeface="Verdana"/>
                <a:cs typeface="Verdana"/>
                <a:sym typeface="Verdana"/>
              </a:defRPr>
            </a:lvl1pPr>
            <a:lvl2pPr marL="914400" lvl="1" indent="-304800">
              <a:spcBef>
                <a:spcPts val="0"/>
              </a:spcBef>
              <a:spcAft>
                <a:spcPts val="0"/>
              </a:spcAft>
              <a:buSzPts val="1200"/>
              <a:buFont typeface="Verdana"/>
              <a:buChar char="○"/>
              <a:defRPr sz="1200">
                <a:latin typeface="Verdana"/>
                <a:ea typeface="Verdana"/>
                <a:cs typeface="Verdana"/>
                <a:sym typeface="Verdana"/>
              </a:defRPr>
            </a:lvl2pPr>
            <a:lvl3pPr marL="1371600" lvl="2" indent="-304800">
              <a:spcBef>
                <a:spcPts val="0"/>
              </a:spcBef>
              <a:spcAft>
                <a:spcPts val="0"/>
              </a:spcAft>
              <a:buSzPts val="1200"/>
              <a:buFont typeface="Verdana"/>
              <a:buChar char="■"/>
              <a:defRPr sz="1200">
                <a:latin typeface="Verdana"/>
                <a:ea typeface="Verdana"/>
                <a:cs typeface="Verdana"/>
                <a:sym typeface="Verdana"/>
              </a:defRPr>
            </a:lvl3pPr>
            <a:lvl4pPr marL="1828800" lvl="3" indent="-304800">
              <a:spcBef>
                <a:spcPts val="0"/>
              </a:spcBef>
              <a:spcAft>
                <a:spcPts val="0"/>
              </a:spcAft>
              <a:buSzPts val="1200"/>
              <a:buFont typeface="Verdana"/>
              <a:buChar char="●"/>
              <a:defRPr sz="1200">
                <a:latin typeface="Verdana"/>
                <a:ea typeface="Verdana"/>
                <a:cs typeface="Verdana"/>
                <a:sym typeface="Verdana"/>
              </a:defRPr>
            </a:lvl4pPr>
            <a:lvl5pPr marL="2286000" lvl="4" indent="-304800">
              <a:spcBef>
                <a:spcPts val="0"/>
              </a:spcBef>
              <a:spcAft>
                <a:spcPts val="0"/>
              </a:spcAft>
              <a:buSzPts val="1200"/>
              <a:buFont typeface="Verdana"/>
              <a:buChar char="○"/>
              <a:defRPr sz="1200">
                <a:latin typeface="Verdana"/>
                <a:ea typeface="Verdana"/>
                <a:cs typeface="Verdana"/>
                <a:sym typeface="Verdana"/>
              </a:defRPr>
            </a:lvl5pPr>
            <a:lvl6pPr marL="2743200" lvl="5" indent="-304800">
              <a:spcBef>
                <a:spcPts val="0"/>
              </a:spcBef>
              <a:spcAft>
                <a:spcPts val="0"/>
              </a:spcAft>
              <a:buSzPts val="1200"/>
              <a:buFont typeface="Verdana"/>
              <a:buChar char="■"/>
              <a:defRPr sz="1200">
                <a:latin typeface="Verdana"/>
                <a:ea typeface="Verdana"/>
                <a:cs typeface="Verdana"/>
                <a:sym typeface="Verdana"/>
              </a:defRPr>
            </a:lvl6pPr>
            <a:lvl7pPr marL="3200400" lvl="6" indent="-304800">
              <a:spcBef>
                <a:spcPts val="0"/>
              </a:spcBef>
              <a:spcAft>
                <a:spcPts val="0"/>
              </a:spcAft>
              <a:buSzPts val="1200"/>
              <a:buFont typeface="Verdana"/>
              <a:buChar char="●"/>
              <a:defRPr sz="1200">
                <a:latin typeface="Verdana"/>
                <a:ea typeface="Verdana"/>
                <a:cs typeface="Verdana"/>
                <a:sym typeface="Verdana"/>
              </a:defRPr>
            </a:lvl7pPr>
            <a:lvl8pPr marL="3657600" lvl="7" indent="-304800">
              <a:spcBef>
                <a:spcPts val="0"/>
              </a:spcBef>
              <a:spcAft>
                <a:spcPts val="0"/>
              </a:spcAft>
              <a:buSzPts val="1200"/>
              <a:buFont typeface="Verdana"/>
              <a:buChar char="○"/>
              <a:defRPr sz="1200">
                <a:latin typeface="Verdana"/>
                <a:ea typeface="Verdana"/>
                <a:cs typeface="Verdana"/>
                <a:sym typeface="Verdana"/>
              </a:defRPr>
            </a:lvl8pPr>
            <a:lvl9pPr marL="4114800" lvl="8" indent="-304800">
              <a:spcBef>
                <a:spcPts val="0"/>
              </a:spcBef>
              <a:spcAft>
                <a:spcPts val="0"/>
              </a:spcAft>
              <a:buSzPts val="1200"/>
              <a:buFont typeface="Verdana"/>
              <a:buChar char="■"/>
              <a:defRPr sz="1200">
                <a:latin typeface="Verdana"/>
                <a:ea typeface="Verdana"/>
                <a:cs typeface="Verdana"/>
                <a:sym typeface="Verdana"/>
              </a:defRPr>
            </a:lvl9pPr>
          </a:lstStyle>
          <a:p>
            <a:endParaRPr/>
          </a:p>
        </p:txBody>
      </p:sp>
      <p:sp>
        <p:nvSpPr>
          <p:cNvPr id="40" name="Google Shape;40;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atin typeface="Verdana"/>
                <a:ea typeface="Verdana"/>
                <a:cs typeface="Verdana"/>
                <a:sym typeface="Verdana"/>
              </a:defRPr>
            </a:lvl1pPr>
            <a:lvl2pPr lvl="1">
              <a:buNone/>
              <a:defRPr>
                <a:latin typeface="Verdana"/>
                <a:ea typeface="Verdana"/>
                <a:cs typeface="Verdana"/>
                <a:sym typeface="Verdana"/>
              </a:defRPr>
            </a:lvl2pPr>
            <a:lvl3pPr lvl="2">
              <a:buNone/>
              <a:defRPr>
                <a:latin typeface="Verdana"/>
                <a:ea typeface="Verdana"/>
                <a:cs typeface="Verdana"/>
                <a:sym typeface="Verdana"/>
              </a:defRPr>
            </a:lvl3pPr>
            <a:lvl4pPr lvl="3">
              <a:buNone/>
              <a:defRPr>
                <a:latin typeface="Verdana"/>
                <a:ea typeface="Verdana"/>
                <a:cs typeface="Verdana"/>
                <a:sym typeface="Verdana"/>
              </a:defRPr>
            </a:lvl4pPr>
            <a:lvl5pPr lvl="4">
              <a:buNone/>
              <a:defRPr>
                <a:latin typeface="Verdana"/>
                <a:ea typeface="Verdana"/>
                <a:cs typeface="Verdana"/>
                <a:sym typeface="Verdana"/>
              </a:defRPr>
            </a:lvl5pPr>
            <a:lvl6pPr lvl="5">
              <a:buNone/>
              <a:defRPr>
                <a:latin typeface="Verdana"/>
                <a:ea typeface="Verdana"/>
                <a:cs typeface="Verdana"/>
                <a:sym typeface="Verdana"/>
              </a:defRPr>
            </a:lvl6pPr>
            <a:lvl7pPr lvl="6">
              <a:buNone/>
              <a:defRPr>
                <a:latin typeface="Verdana"/>
                <a:ea typeface="Verdana"/>
                <a:cs typeface="Verdana"/>
                <a:sym typeface="Verdana"/>
              </a:defRPr>
            </a:lvl7pPr>
            <a:lvl8pPr lvl="7">
              <a:buNone/>
              <a:defRPr>
                <a:latin typeface="Verdana"/>
                <a:ea typeface="Verdana"/>
                <a:cs typeface="Verdana"/>
                <a:sym typeface="Verdana"/>
              </a:defRPr>
            </a:lvl8pPr>
            <a:lvl9pPr lvl="8">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1"/>
        <p:cNvGrpSpPr/>
        <p:nvPr/>
      </p:nvGrpSpPr>
      <p:grpSpPr>
        <a:xfrm>
          <a:off x="0" y="0"/>
          <a:ext cx="0" cy="0"/>
          <a:chOff x="0" y="0"/>
          <a:chExt cx="0" cy="0"/>
        </a:xfrm>
      </p:grpSpPr>
      <p:sp>
        <p:nvSpPr>
          <p:cNvPr id="42" name="Google Shape;42;p8"/>
          <p:cNvSpPr txBox="1">
            <a:spLocks noGrp="1"/>
          </p:cNvSpPr>
          <p:nvPr>
            <p:ph type="title"/>
          </p:nvPr>
        </p:nvSpPr>
        <p:spPr>
          <a:xfrm>
            <a:off x="490250" y="526350"/>
            <a:ext cx="56187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Font typeface="Verdana"/>
              <a:buNone/>
              <a:defRPr sz="4800">
                <a:latin typeface="Verdana"/>
                <a:ea typeface="Verdana"/>
                <a:cs typeface="Verdana"/>
                <a:sym typeface="Verdana"/>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3" name="Google Shape;43;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4"/>
        <p:cNvGrpSpPr/>
        <p:nvPr/>
      </p:nvGrpSpPr>
      <p:grpSpPr>
        <a:xfrm>
          <a:off x="0" y="0"/>
          <a:ext cx="0" cy="0"/>
          <a:chOff x="0" y="0"/>
          <a:chExt cx="0" cy="0"/>
        </a:xfrm>
      </p:grpSpPr>
      <p:sp>
        <p:nvSpPr>
          <p:cNvPr id="45" name="Google Shape;45;p9"/>
          <p:cNvSpPr/>
          <p:nvPr/>
        </p:nvSpPr>
        <p:spPr>
          <a:xfrm>
            <a:off x="4572000" y="-75"/>
            <a:ext cx="4572000" cy="514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6" name="Google Shape;46;p9"/>
          <p:cNvCxnSpPr/>
          <p:nvPr/>
        </p:nvCxnSpPr>
        <p:spPr>
          <a:xfrm>
            <a:off x="5029675" y="4495503"/>
            <a:ext cx="540900" cy="0"/>
          </a:xfrm>
          <a:prstGeom prst="straightConnector1">
            <a:avLst/>
          </a:prstGeom>
          <a:noFill/>
          <a:ln w="38100" cap="flat" cmpd="sng">
            <a:solidFill>
              <a:srgbClr val="FDCB3B"/>
            </a:solidFill>
            <a:prstDash val="solid"/>
            <a:round/>
            <a:headEnd type="none" w="sm" len="sm"/>
            <a:tailEnd type="none" w="sm" len="sm"/>
          </a:ln>
        </p:spPr>
      </p:cxnSp>
      <p:sp>
        <p:nvSpPr>
          <p:cNvPr id="47" name="Google Shape;47;p9"/>
          <p:cNvSpPr txBox="1">
            <a:spLocks noGrp="1"/>
          </p:cNvSpPr>
          <p:nvPr>
            <p:ph type="subTitle" idx="1"/>
          </p:nvPr>
        </p:nvSpPr>
        <p:spPr>
          <a:xfrm>
            <a:off x="386975" y="1016400"/>
            <a:ext cx="8368200" cy="8427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800"/>
              <a:buFont typeface="Verdana"/>
              <a:buNone/>
              <a:defRPr sz="1800">
                <a:latin typeface="Verdana"/>
                <a:ea typeface="Verdana"/>
                <a:cs typeface="Verdana"/>
                <a:sym typeface="Verdana"/>
              </a:defRPr>
            </a:lvl1pPr>
            <a:lvl2pPr lvl="1" algn="ctr">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2pPr>
            <a:lvl3pPr lvl="2" algn="ctr">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3pPr>
            <a:lvl4pPr lvl="3" algn="ctr">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4pPr>
            <a:lvl5pPr lvl="4" algn="ctr">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5pPr>
            <a:lvl6pPr lvl="5" algn="ctr">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6pPr>
            <a:lvl7pPr lvl="6" algn="ctr">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7pPr>
            <a:lvl8pPr lvl="7" algn="ctr">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8pPr>
            <a:lvl9pPr lvl="8" algn="ctr">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9pPr>
          </a:lstStyle>
          <a:p>
            <a:endParaRPr/>
          </a:p>
        </p:txBody>
      </p:sp>
      <p:sp>
        <p:nvSpPr>
          <p:cNvPr id="48" name="Google Shape;48;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atin typeface="Verdana"/>
                <a:ea typeface="Verdana"/>
                <a:cs typeface="Verdana"/>
                <a:sym typeface="Verdana"/>
              </a:defRPr>
            </a:lvl1pPr>
            <a:lvl2pPr lvl="1">
              <a:buNone/>
              <a:defRPr>
                <a:latin typeface="Verdana"/>
                <a:ea typeface="Verdana"/>
                <a:cs typeface="Verdana"/>
                <a:sym typeface="Verdana"/>
              </a:defRPr>
            </a:lvl2pPr>
            <a:lvl3pPr lvl="2">
              <a:buNone/>
              <a:defRPr>
                <a:latin typeface="Verdana"/>
                <a:ea typeface="Verdana"/>
                <a:cs typeface="Verdana"/>
                <a:sym typeface="Verdana"/>
              </a:defRPr>
            </a:lvl3pPr>
            <a:lvl4pPr lvl="3">
              <a:buNone/>
              <a:defRPr>
                <a:latin typeface="Verdana"/>
                <a:ea typeface="Verdana"/>
                <a:cs typeface="Verdana"/>
                <a:sym typeface="Verdana"/>
              </a:defRPr>
            </a:lvl4pPr>
            <a:lvl5pPr lvl="4">
              <a:buNone/>
              <a:defRPr>
                <a:latin typeface="Verdana"/>
                <a:ea typeface="Verdana"/>
                <a:cs typeface="Verdana"/>
                <a:sym typeface="Verdana"/>
              </a:defRPr>
            </a:lvl5pPr>
            <a:lvl6pPr lvl="5">
              <a:buNone/>
              <a:defRPr>
                <a:latin typeface="Verdana"/>
                <a:ea typeface="Verdana"/>
                <a:cs typeface="Verdana"/>
                <a:sym typeface="Verdana"/>
              </a:defRPr>
            </a:lvl6pPr>
            <a:lvl7pPr lvl="6">
              <a:buNone/>
              <a:defRPr>
                <a:latin typeface="Verdana"/>
                <a:ea typeface="Verdana"/>
                <a:cs typeface="Verdana"/>
                <a:sym typeface="Verdana"/>
              </a:defRPr>
            </a:lvl7pPr>
            <a:lvl8pPr lvl="7">
              <a:buNone/>
              <a:defRPr>
                <a:latin typeface="Verdana"/>
                <a:ea typeface="Verdana"/>
                <a:cs typeface="Verdana"/>
                <a:sym typeface="Verdana"/>
              </a:defRPr>
            </a:lvl8pPr>
            <a:lvl9pPr lvl="8">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
              <a:t>‹#›</a:t>
            </a:fld>
            <a:endParaRPr/>
          </a:p>
        </p:txBody>
      </p:sp>
      <p:cxnSp>
        <p:nvCxnSpPr>
          <p:cNvPr id="49" name="Google Shape;49;p9"/>
          <p:cNvCxnSpPr/>
          <p:nvPr/>
        </p:nvCxnSpPr>
        <p:spPr>
          <a:xfrm>
            <a:off x="492563" y="955484"/>
            <a:ext cx="424800" cy="0"/>
          </a:xfrm>
          <a:prstGeom prst="straightConnector1">
            <a:avLst/>
          </a:prstGeom>
          <a:noFill/>
          <a:ln w="38100" cap="flat" cmpd="sng">
            <a:solidFill>
              <a:srgbClr val="FDCB3B"/>
            </a:solidFill>
            <a:prstDash val="solid"/>
            <a:round/>
            <a:headEnd type="none" w="sm" len="sm"/>
            <a:tailEnd type="none" w="sm" len="sm"/>
          </a:ln>
        </p:spPr>
      </p:cxnSp>
      <p:sp>
        <p:nvSpPr>
          <p:cNvPr id="50" name="Google Shape;50;p9"/>
          <p:cNvSpPr txBox="1">
            <a:spLocks noGrp="1"/>
          </p:cNvSpPr>
          <p:nvPr>
            <p:ph type="title"/>
          </p:nvPr>
        </p:nvSpPr>
        <p:spPr>
          <a:xfrm>
            <a:off x="387900" y="153225"/>
            <a:ext cx="8368200" cy="686100"/>
          </a:xfrm>
          <a:prstGeom prst="rect">
            <a:avLst/>
          </a:prstGeom>
        </p:spPr>
        <p:txBody>
          <a:bodyPr spcFirstLastPara="1" wrap="square" lIns="91425" tIns="91425" rIns="91425" bIns="91425" anchor="b" anchorCtr="0">
            <a:normAutofit/>
          </a:bodyPr>
          <a:lstStyle>
            <a:lvl1pPr lvl="0" rtl="0">
              <a:spcBef>
                <a:spcPts val="0"/>
              </a:spcBef>
              <a:spcAft>
                <a:spcPts val="0"/>
              </a:spcAft>
              <a:buSzPts val="2400"/>
              <a:buFont typeface="Verdana"/>
              <a:buNone/>
              <a:defRPr sz="2400" b="1">
                <a:latin typeface="Verdana"/>
                <a:ea typeface="Verdana"/>
                <a:cs typeface="Verdana"/>
                <a:sym typeface="Verdana"/>
              </a:defRPr>
            </a:lvl1pPr>
            <a:lvl2pPr lvl="1" rtl="0">
              <a:spcBef>
                <a:spcPts val="0"/>
              </a:spcBef>
              <a:spcAft>
                <a:spcPts val="0"/>
              </a:spcAft>
              <a:buSzPts val="3000"/>
              <a:buFont typeface="Verdana"/>
              <a:buNone/>
              <a:defRPr>
                <a:latin typeface="Verdana"/>
                <a:ea typeface="Verdana"/>
                <a:cs typeface="Verdana"/>
                <a:sym typeface="Verdana"/>
              </a:defRPr>
            </a:lvl2pPr>
            <a:lvl3pPr lvl="2" rtl="0">
              <a:spcBef>
                <a:spcPts val="0"/>
              </a:spcBef>
              <a:spcAft>
                <a:spcPts val="0"/>
              </a:spcAft>
              <a:buSzPts val="3000"/>
              <a:buFont typeface="Verdana"/>
              <a:buNone/>
              <a:defRPr>
                <a:latin typeface="Verdana"/>
                <a:ea typeface="Verdana"/>
                <a:cs typeface="Verdana"/>
                <a:sym typeface="Verdana"/>
              </a:defRPr>
            </a:lvl3pPr>
            <a:lvl4pPr lvl="3" rtl="0">
              <a:spcBef>
                <a:spcPts val="0"/>
              </a:spcBef>
              <a:spcAft>
                <a:spcPts val="0"/>
              </a:spcAft>
              <a:buSzPts val="3000"/>
              <a:buFont typeface="Verdana"/>
              <a:buNone/>
              <a:defRPr>
                <a:latin typeface="Verdana"/>
                <a:ea typeface="Verdana"/>
                <a:cs typeface="Verdana"/>
                <a:sym typeface="Verdana"/>
              </a:defRPr>
            </a:lvl4pPr>
            <a:lvl5pPr lvl="4" rtl="0">
              <a:spcBef>
                <a:spcPts val="0"/>
              </a:spcBef>
              <a:spcAft>
                <a:spcPts val="0"/>
              </a:spcAft>
              <a:buSzPts val="3000"/>
              <a:buFont typeface="Verdana"/>
              <a:buNone/>
              <a:defRPr>
                <a:latin typeface="Verdana"/>
                <a:ea typeface="Verdana"/>
                <a:cs typeface="Verdana"/>
                <a:sym typeface="Verdana"/>
              </a:defRPr>
            </a:lvl5pPr>
            <a:lvl6pPr lvl="5" rtl="0">
              <a:spcBef>
                <a:spcPts val="0"/>
              </a:spcBef>
              <a:spcAft>
                <a:spcPts val="0"/>
              </a:spcAft>
              <a:buSzPts val="3000"/>
              <a:buFont typeface="Verdana"/>
              <a:buNone/>
              <a:defRPr>
                <a:latin typeface="Verdana"/>
                <a:ea typeface="Verdana"/>
                <a:cs typeface="Verdana"/>
                <a:sym typeface="Verdana"/>
              </a:defRPr>
            </a:lvl6pPr>
            <a:lvl7pPr lvl="6" rtl="0">
              <a:spcBef>
                <a:spcPts val="0"/>
              </a:spcBef>
              <a:spcAft>
                <a:spcPts val="0"/>
              </a:spcAft>
              <a:buSzPts val="3000"/>
              <a:buFont typeface="Verdana"/>
              <a:buNone/>
              <a:defRPr>
                <a:latin typeface="Verdana"/>
                <a:ea typeface="Verdana"/>
                <a:cs typeface="Verdana"/>
                <a:sym typeface="Verdana"/>
              </a:defRPr>
            </a:lvl7pPr>
            <a:lvl8pPr lvl="7" rtl="0">
              <a:spcBef>
                <a:spcPts val="0"/>
              </a:spcBef>
              <a:spcAft>
                <a:spcPts val="0"/>
              </a:spcAft>
              <a:buSzPts val="3000"/>
              <a:buFont typeface="Verdana"/>
              <a:buNone/>
              <a:defRPr>
                <a:latin typeface="Verdana"/>
                <a:ea typeface="Verdana"/>
                <a:cs typeface="Verdana"/>
                <a:sym typeface="Verdana"/>
              </a:defRPr>
            </a:lvl8pPr>
            <a:lvl9pPr lvl="8" rtl="0">
              <a:spcBef>
                <a:spcPts val="0"/>
              </a:spcBef>
              <a:spcAft>
                <a:spcPts val="0"/>
              </a:spcAft>
              <a:buSzPts val="3000"/>
              <a:buFont typeface="Verdana"/>
              <a:buNone/>
              <a:defRPr>
                <a:latin typeface="Verdana"/>
                <a:ea typeface="Verdana"/>
                <a:cs typeface="Verdana"/>
                <a:sym typeface="Verdana"/>
              </a:defRPr>
            </a:lvl9pPr>
          </a:lstStyle>
          <a:p>
            <a:endParaRPr/>
          </a:p>
        </p:txBody>
      </p:sp>
      <p:sp>
        <p:nvSpPr>
          <p:cNvPr id="51" name="Google Shape;51;p9"/>
          <p:cNvSpPr txBox="1">
            <a:spLocks noGrp="1"/>
          </p:cNvSpPr>
          <p:nvPr>
            <p:ph type="body" idx="2"/>
          </p:nvPr>
        </p:nvSpPr>
        <p:spPr>
          <a:xfrm>
            <a:off x="387900" y="1790875"/>
            <a:ext cx="3999900" cy="2625300"/>
          </a:xfrm>
          <a:prstGeom prst="rect">
            <a:avLst/>
          </a:prstGeom>
        </p:spPr>
        <p:txBody>
          <a:bodyPr spcFirstLastPara="1" wrap="square" lIns="91425" tIns="91425" rIns="91425" bIns="91425" anchor="t" anchorCtr="0">
            <a:normAutofit/>
          </a:bodyPr>
          <a:lstStyle>
            <a:lvl1pPr marL="457200" lvl="0" indent="-317500" rtl="0">
              <a:spcBef>
                <a:spcPts val="0"/>
              </a:spcBef>
              <a:spcAft>
                <a:spcPts val="0"/>
              </a:spcAft>
              <a:buSzPts val="1400"/>
              <a:buFont typeface="Verdana"/>
              <a:buChar char="●"/>
              <a:defRPr sz="1400">
                <a:latin typeface="Verdana"/>
                <a:ea typeface="Verdana"/>
                <a:cs typeface="Verdana"/>
                <a:sym typeface="Verdana"/>
              </a:defRPr>
            </a:lvl1pPr>
            <a:lvl2pPr marL="914400" lvl="1" indent="-304800" rtl="0">
              <a:spcBef>
                <a:spcPts val="0"/>
              </a:spcBef>
              <a:spcAft>
                <a:spcPts val="0"/>
              </a:spcAft>
              <a:buSzPts val="1200"/>
              <a:buFont typeface="Verdana"/>
              <a:buChar char="○"/>
              <a:defRPr sz="1200">
                <a:latin typeface="Verdana"/>
                <a:ea typeface="Verdana"/>
                <a:cs typeface="Verdana"/>
                <a:sym typeface="Verdana"/>
              </a:defRPr>
            </a:lvl2pPr>
            <a:lvl3pPr marL="1371600" lvl="2" indent="-304800" rtl="0">
              <a:spcBef>
                <a:spcPts val="0"/>
              </a:spcBef>
              <a:spcAft>
                <a:spcPts val="0"/>
              </a:spcAft>
              <a:buSzPts val="1200"/>
              <a:buFont typeface="Verdana"/>
              <a:buChar char="■"/>
              <a:defRPr sz="1200">
                <a:latin typeface="Verdana"/>
                <a:ea typeface="Verdana"/>
                <a:cs typeface="Verdana"/>
                <a:sym typeface="Verdana"/>
              </a:defRPr>
            </a:lvl3pPr>
            <a:lvl4pPr marL="1828800" lvl="3" indent="-304800" rtl="0">
              <a:spcBef>
                <a:spcPts val="0"/>
              </a:spcBef>
              <a:spcAft>
                <a:spcPts val="0"/>
              </a:spcAft>
              <a:buSzPts val="1200"/>
              <a:buFont typeface="Verdana"/>
              <a:buChar char="●"/>
              <a:defRPr sz="1200">
                <a:latin typeface="Verdana"/>
                <a:ea typeface="Verdana"/>
                <a:cs typeface="Verdana"/>
                <a:sym typeface="Verdana"/>
              </a:defRPr>
            </a:lvl4pPr>
            <a:lvl5pPr marL="2286000" lvl="4" indent="-304800" rtl="0">
              <a:spcBef>
                <a:spcPts val="0"/>
              </a:spcBef>
              <a:spcAft>
                <a:spcPts val="0"/>
              </a:spcAft>
              <a:buSzPts val="1200"/>
              <a:buFont typeface="Verdana"/>
              <a:buChar char="○"/>
              <a:defRPr sz="1200">
                <a:latin typeface="Verdana"/>
                <a:ea typeface="Verdana"/>
                <a:cs typeface="Verdana"/>
                <a:sym typeface="Verdana"/>
              </a:defRPr>
            </a:lvl5pPr>
            <a:lvl6pPr marL="2743200" lvl="5" indent="-304800" rtl="0">
              <a:spcBef>
                <a:spcPts val="0"/>
              </a:spcBef>
              <a:spcAft>
                <a:spcPts val="0"/>
              </a:spcAft>
              <a:buSzPts val="1200"/>
              <a:buFont typeface="Verdana"/>
              <a:buChar char="■"/>
              <a:defRPr sz="1200">
                <a:latin typeface="Verdana"/>
                <a:ea typeface="Verdana"/>
                <a:cs typeface="Verdana"/>
                <a:sym typeface="Verdana"/>
              </a:defRPr>
            </a:lvl6pPr>
            <a:lvl7pPr marL="3200400" lvl="6" indent="-304800" rtl="0">
              <a:spcBef>
                <a:spcPts val="0"/>
              </a:spcBef>
              <a:spcAft>
                <a:spcPts val="0"/>
              </a:spcAft>
              <a:buSzPts val="1200"/>
              <a:buFont typeface="Verdana"/>
              <a:buChar char="●"/>
              <a:defRPr sz="1200">
                <a:latin typeface="Verdana"/>
                <a:ea typeface="Verdana"/>
                <a:cs typeface="Verdana"/>
                <a:sym typeface="Verdana"/>
              </a:defRPr>
            </a:lvl7pPr>
            <a:lvl8pPr marL="3657600" lvl="7" indent="-304800" rtl="0">
              <a:spcBef>
                <a:spcPts val="0"/>
              </a:spcBef>
              <a:spcAft>
                <a:spcPts val="0"/>
              </a:spcAft>
              <a:buSzPts val="1200"/>
              <a:buFont typeface="Verdana"/>
              <a:buChar char="○"/>
              <a:defRPr sz="1200">
                <a:latin typeface="Verdana"/>
                <a:ea typeface="Verdana"/>
                <a:cs typeface="Verdana"/>
                <a:sym typeface="Verdana"/>
              </a:defRPr>
            </a:lvl8pPr>
            <a:lvl9pPr marL="4114800" lvl="8" indent="-304800" rtl="0">
              <a:spcBef>
                <a:spcPts val="0"/>
              </a:spcBef>
              <a:spcAft>
                <a:spcPts val="0"/>
              </a:spcAft>
              <a:buSzPts val="1200"/>
              <a:buFont typeface="Verdana"/>
              <a:buChar char="■"/>
              <a:defRPr sz="1200">
                <a:latin typeface="Verdana"/>
                <a:ea typeface="Verdana"/>
                <a:cs typeface="Verdana"/>
                <a:sym typeface="Verdana"/>
              </a:defRPr>
            </a:lvl9pPr>
          </a:lstStyle>
          <a:p>
            <a:endParaRPr/>
          </a:p>
        </p:txBody>
      </p:sp>
      <p:sp>
        <p:nvSpPr>
          <p:cNvPr id="52" name="Google Shape;52;p9"/>
          <p:cNvSpPr txBox="1">
            <a:spLocks noGrp="1"/>
          </p:cNvSpPr>
          <p:nvPr>
            <p:ph type="body" idx="3"/>
          </p:nvPr>
        </p:nvSpPr>
        <p:spPr>
          <a:xfrm>
            <a:off x="4756200" y="1794625"/>
            <a:ext cx="3999900" cy="3078900"/>
          </a:xfrm>
          <a:prstGeom prst="rect">
            <a:avLst/>
          </a:prstGeom>
        </p:spPr>
        <p:txBody>
          <a:bodyPr spcFirstLastPara="1" wrap="square" lIns="91425" tIns="91425" rIns="91425" bIns="91425" anchor="t" anchorCtr="0">
            <a:normAutofit/>
          </a:bodyPr>
          <a:lstStyle>
            <a:lvl1pPr marL="457200" lvl="0" indent="-317500" rtl="0">
              <a:spcBef>
                <a:spcPts val="0"/>
              </a:spcBef>
              <a:spcAft>
                <a:spcPts val="0"/>
              </a:spcAft>
              <a:buSzPts val="1400"/>
              <a:buFont typeface="Verdana"/>
              <a:buChar char="●"/>
              <a:defRPr sz="1400">
                <a:latin typeface="Verdana"/>
                <a:ea typeface="Verdana"/>
                <a:cs typeface="Verdana"/>
                <a:sym typeface="Verdana"/>
              </a:defRPr>
            </a:lvl1pPr>
            <a:lvl2pPr marL="914400" lvl="1" indent="-304800" rtl="0">
              <a:spcBef>
                <a:spcPts val="0"/>
              </a:spcBef>
              <a:spcAft>
                <a:spcPts val="0"/>
              </a:spcAft>
              <a:buSzPts val="1200"/>
              <a:buFont typeface="Verdana"/>
              <a:buChar char="○"/>
              <a:defRPr sz="1200">
                <a:latin typeface="Verdana"/>
                <a:ea typeface="Verdana"/>
                <a:cs typeface="Verdana"/>
                <a:sym typeface="Verdana"/>
              </a:defRPr>
            </a:lvl2pPr>
            <a:lvl3pPr marL="1371600" lvl="2" indent="-304800" rtl="0">
              <a:spcBef>
                <a:spcPts val="0"/>
              </a:spcBef>
              <a:spcAft>
                <a:spcPts val="0"/>
              </a:spcAft>
              <a:buSzPts val="1200"/>
              <a:buFont typeface="Verdana"/>
              <a:buChar char="■"/>
              <a:defRPr sz="1200">
                <a:latin typeface="Verdana"/>
                <a:ea typeface="Verdana"/>
                <a:cs typeface="Verdana"/>
                <a:sym typeface="Verdana"/>
              </a:defRPr>
            </a:lvl3pPr>
            <a:lvl4pPr marL="1828800" lvl="3" indent="-304800" rtl="0">
              <a:spcBef>
                <a:spcPts val="0"/>
              </a:spcBef>
              <a:spcAft>
                <a:spcPts val="0"/>
              </a:spcAft>
              <a:buSzPts val="1200"/>
              <a:buFont typeface="Verdana"/>
              <a:buChar char="●"/>
              <a:defRPr sz="1200">
                <a:latin typeface="Verdana"/>
                <a:ea typeface="Verdana"/>
                <a:cs typeface="Verdana"/>
                <a:sym typeface="Verdana"/>
              </a:defRPr>
            </a:lvl4pPr>
            <a:lvl5pPr marL="2286000" lvl="4" indent="-304800" rtl="0">
              <a:spcBef>
                <a:spcPts val="0"/>
              </a:spcBef>
              <a:spcAft>
                <a:spcPts val="0"/>
              </a:spcAft>
              <a:buSzPts val="1200"/>
              <a:buFont typeface="Verdana"/>
              <a:buChar char="○"/>
              <a:defRPr sz="1200">
                <a:latin typeface="Verdana"/>
                <a:ea typeface="Verdana"/>
                <a:cs typeface="Verdana"/>
                <a:sym typeface="Verdana"/>
              </a:defRPr>
            </a:lvl5pPr>
            <a:lvl6pPr marL="2743200" lvl="5" indent="-304800" rtl="0">
              <a:spcBef>
                <a:spcPts val="0"/>
              </a:spcBef>
              <a:spcAft>
                <a:spcPts val="0"/>
              </a:spcAft>
              <a:buSzPts val="1200"/>
              <a:buFont typeface="Verdana"/>
              <a:buChar char="■"/>
              <a:defRPr sz="1200">
                <a:latin typeface="Verdana"/>
                <a:ea typeface="Verdana"/>
                <a:cs typeface="Verdana"/>
                <a:sym typeface="Verdana"/>
              </a:defRPr>
            </a:lvl6pPr>
            <a:lvl7pPr marL="3200400" lvl="6" indent="-304800" rtl="0">
              <a:spcBef>
                <a:spcPts val="0"/>
              </a:spcBef>
              <a:spcAft>
                <a:spcPts val="0"/>
              </a:spcAft>
              <a:buSzPts val="1200"/>
              <a:buFont typeface="Verdana"/>
              <a:buChar char="●"/>
              <a:defRPr sz="1200">
                <a:latin typeface="Verdana"/>
                <a:ea typeface="Verdana"/>
                <a:cs typeface="Verdana"/>
                <a:sym typeface="Verdana"/>
              </a:defRPr>
            </a:lvl7pPr>
            <a:lvl8pPr marL="3657600" lvl="7" indent="-304800" rtl="0">
              <a:spcBef>
                <a:spcPts val="0"/>
              </a:spcBef>
              <a:spcAft>
                <a:spcPts val="0"/>
              </a:spcAft>
              <a:buSzPts val="1200"/>
              <a:buFont typeface="Verdana"/>
              <a:buChar char="○"/>
              <a:defRPr sz="1200">
                <a:latin typeface="Verdana"/>
                <a:ea typeface="Verdana"/>
                <a:cs typeface="Verdana"/>
                <a:sym typeface="Verdana"/>
              </a:defRPr>
            </a:lvl8pPr>
            <a:lvl9pPr marL="4114800" lvl="8" indent="-304800" rtl="0">
              <a:spcBef>
                <a:spcPts val="0"/>
              </a:spcBef>
              <a:spcAft>
                <a:spcPts val="0"/>
              </a:spcAft>
              <a:buSzPts val="1200"/>
              <a:buFont typeface="Verdana"/>
              <a:buChar char="■"/>
              <a:defRPr sz="1200">
                <a:latin typeface="Verdana"/>
                <a:ea typeface="Verdana"/>
                <a:cs typeface="Verdana"/>
                <a:sym typeface="Verdana"/>
              </a:defRPr>
            </a:lvl9pPr>
          </a:lstStyle>
          <a:p>
            <a:endParaRPr/>
          </a:p>
        </p:txBody>
      </p:sp>
      <p:sp>
        <p:nvSpPr>
          <p:cNvPr id="53" name="Google Shape;53;p9"/>
          <p:cNvSpPr txBox="1">
            <a:spLocks noGrp="1"/>
          </p:cNvSpPr>
          <p:nvPr>
            <p:ph type="body" idx="4"/>
          </p:nvPr>
        </p:nvSpPr>
        <p:spPr>
          <a:xfrm>
            <a:off x="4756200" y="4080625"/>
            <a:ext cx="3999900" cy="342600"/>
          </a:xfrm>
          <a:prstGeom prst="rect">
            <a:avLst/>
          </a:prstGeom>
        </p:spPr>
        <p:txBody>
          <a:bodyPr spcFirstLastPara="1" wrap="square" lIns="91425" tIns="91425" rIns="91425" bIns="91425" anchor="t" anchorCtr="0">
            <a:normAutofit/>
          </a:bodyPr>
          <a:lstStyle>
            <a:lvl1pPr marL="457200" lvl="0" indent="-298450" algn="r" rtl="0">
              <a:spcBef>
                <a:spcPts val="0"/>
              </a:spcBef>
              <a:spcAft>
                <a:spcPts val="0"/>
              </a:spcAft>
              <a:buSzPts val="1100"/>
              <a:buFont typeface="Verdana"/>
              <a:buChar char="●"/>
              <a:defRPr sz="1100">
                <a:latin typeface="Verdana"/>
                <a:ea typeface="Verdana"/>
                <a:cs typeface="Verdana"/>
                <a:sym typeface="Verdana"/>
              </a:defRPr>
            </a:lvl1pPr>
            <a:lvl2pPr marL="914400" lvl="1" indent="-279400" algn="r" rtl="0">
              <a:spcBef>
                <a:spcPts val="0"/>
              </a:spcBef>
              <a:spcAft>
                <a:spcPts val="0"/>
              </a:spcAft>
              <a:buSzPts val="800"/>
              <a:buFont typeface="Verdana"/>
              <a:buChar char="○"/>
              <a:defRPr sz="800">
                <a:latin typeface="Verdana"/>
                <a:ea typeface="Verdana"/>
                <a:cs typeface="Verdana"/>
                <a:sym typeface="Verdana"/>
              </a:defRPr>
            </a:lvl2pPr>
            <a:lvl3pPr marL="1371600" lvl="2" indent="-279400" algn="r" rtl="0">
              <a:spcBef>
                <a:spcPts val="0"/>
              </a:spcBef>
              <a:spcAft>
                <a:spcPts val="0"/>
              </a:spcAft>
              <a:buSzPts val="800"/>
              <a:buFont typeface="Verdana"/>
              <a:buChar char="■"/>
              <a:defRPr sz="800">
                <a:latin typeface="Verdana"/>
                <a:ea typeface="Verdana"/>
                <a:cs typeface="Verdana"/>
                <a:sym typeface="Verdana"/>
              </a:defRPr>
            </a:lvl3pPr>
            <a:lvl4pPr marL="1828800" lvl="3" indent="-279400" algn="r" rtl="0">
              <a:spcBef>
                <a:spcPts val="0"/>
              </a:spcBef>
              <a:spcAft>
                <a:spcPts val="0"/>
              </a:spcAft>
              <a:buSzPts val="800"/>
              <a:buFont typeface="Verdana"/>
              <a:buChar char="●"/>
              <a:defRPr sz="800">
                <a:latin typeface="Verdana"/>
                <a:ea typeface="Verdana"/>
                <a:cs typeface="Verdana"/>
                <a:sym typeface="Verdana"/>
              </a:defRPr>
            </a:lvl4pPr>
            <a:lvl5pPr marL="2286000" lvl="4" indent="-279400" algn="r" rtl="0">
              <a:spcBef>
                <a:spcPts val="0"/>
              </a:spcBef>
              <a:spcAft>
                <a:spcPts val="0"/>
              </a:spcAft>
              <a:buSzPts val="800"/>
              <a:buFont typeface="Verdana"/>
              <a:buChar char="○"/>
              <a:defRPr sz="800">
                <a:latin typeface="Verdana"/>
                <a:ea typeface="Verdana"/>
                <a:cs typeface="Verdana"/>
                <a:sym typeface="Verdana"/>
              </a:defRPr>
            </a:lvl5pPr>
            <a:lvl6pPr marL="2743200" lvl="5" indent="-279400" algn="r" rtl="0">
              <a:spcBef>
                <a:spcPts val="0"/>
              </a:spcBef>
              <a:spcAft>
                <a:spcPts val="0"/>
              </a:spcAft>
              <a:buSzPts val="800"/>
              <a:buFont typeface="Verdana"/>
              <a:buChar char="■"/>
              <a:defRPr sz="800">
                <a:latin typeface="Verdana"/>
                <a:ea typeface="Verdana"/>
                <a:cs typeface="Verdana"/>
                <a:sym typeface="Verdana"/>
              </a:defRPr>
            </a:lvl6pPr>
            <a:lvl7pPr marL="3200400" lvl="6" indent="-279400" algn="r" rtl="0">
              <a:spcBef>
                <a:spcPts val="0"/>
              </a:spcBef>
              <a:spcAft>
                <a:spcPts val="0"/>
              </a:spcAft>
              <a:buSzPts val="800"/>
              <a:buFont typeface="Verdana"/>
              <a:buChar char="●"/>
              <a:defRPr sz="800">
                <a:latin typeface="Verdana"/>
                <a:ea typeface="Verdana"/>
                <a:cs typeface="Verdana"/>
                <a:sym typeface="Verdana"/>
              </a:defRPr>
            </a:lvl7pPr>
            <a:lvl8pPr marL="3657600" lvl="7" indent="-279400" algn="r" rtl="0">
              <a:spcBef>
                <a:spcPts val="0"/>
              </a:spcBef>
              <a:spcAft>
                <a:spcPts val="0"/>
              </a:spcAft>
              <a:buSzPts val="800"/>
              <a:buFont typeface="Verdana"/>
              <a:buChar char="○"/>
              <a:defRPr sz="800">
                <a:latin typeface="Verdana"/>
                <a:ea typeface="Verdana"/>
                <a:cs typeface="Verdana"/>
                <a:sym typeface="Verdana"/>
              </a:defRPr>
            </a:lvl8pPr>
            <a:lvl9pPr marL="4114800" lvl="8" indent="-279400" algn="r" rtl="0">
              <a:spcBef>
                <a:spcPts val="0"/>
              </a:spcBef>
              <a:spcAft>
                <a:spcPts val="0"/>
              </a:spcAft>
              <a:buSzPts val="800"/>
              <a:buFont typeface="Verdana"/>
              <a:buChar char="■"/>
              <a:defRPr sz="800">
                <a:latin typeface="Verdana"/>
                <a:ea typeface="Verdana"/>
                <a:cs typeface="Verdana"/>
                <a:sym typeface="Verdana"/>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4"/>
        <p:cNvGrpSpPr/>
        <p:nvPr/>
      </p:nvGrpSpPr>
      <p:grpSpPr>
        <a:xfrm>
          <a:off x="0" y="0"/>
          <a:ext cx="0" cy="0"/>
          <a:chOff x="0" y="0"/>
          <a:chExt cx="0" cy="0"/>
        </a:xfrm>
      </p:grpSpPr>
      <p:sp>
        <p:nvSpPr>
          <p:cNvPr id="55" name="Google Shape;55;p10"/>
          <p:cNvSpPr txBox="1">
            <a:spLocks noGrp="1"/>
          </p:cNvSpPr>
          <p:nvPr>
            <p:ph type="body" idx="1"/>
          </p:nvPr>
        </p:nvSpPr>
        <p:spPr>
          <a:xfrm>
            <a:off x="319500" y="423372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400"/>
              <a:buFont typeface="Verdana"/>
              <a:buNone/>
              <a:defRPr>
                <a:latin typeface="Verdana"/>
                <a:ea typeface="Verdana"/>
                <a:cs typeface="Verdana"/>
                <a:sym typeface="Verdana"/>
              </a:defRPr>
            </a:lvl1pPr>
          </a:lstStyle>
          <a:p>
            <a:endParaRPr/>
          </a:p>
        </p:txBody>
      </p:sp>
      <p:sp>
        <p:nvSpPr>
          <p:cNvPr id="56" name="Google Shape;56;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atin typeface="Verdana"/>
                <a:ea typeface="Verdana"/>
                <a:cs typeface="Verdana"/>
                <a:sym typeface="Verdana"/>
              </a:defRPr>
            </a:lvl1pPr>
            <a:lvl2pPr lvl="1">
              <a:buNone/>
              <a:defRPr>
                <a:latin typeface="Verdana"/>
                <a:ea typeface="Verdana"/>
                <a:cs typeface="Verdana"/>
                <a:sym typeface="Verdana"/>
              </a:defRPr>
            </a:lvl2pPr>
            <a:lvl3pPr lvl="2">
              <a:buNone/>
              <a:defRPr>
                <a:latin typeface="Verdana"/>
                <a:ea typeface="Verdana"/>
                <a:cs typeface="Verdana"/>
                <a:sym typeface="Verdana"/>
              </a:defRPr>
            </a:lvl3pPr>
            <a:lvl4pPr lvl="3">
              <a:buNone/>
              <a:defRPr>
                <a:latin typeface="Verdana"/>
                <a:ea typeface="Verdana"/>
                <a:cs typeface="Verdana"/>
                <a:sym typeface="Verdana"/>
              </a:defRPr>
            </a:lvl4pPr>
            <a:lvl5pPr lvl="4">
              <a:buNone/>
              <a:defRPr>
                <a:latin typeface="Verdana"/>
                <a:ea typeface="Verdana"/>
                <a:cs typeface="Verdana"/>
                <a:sym typeface="Verdana"/>
              </a:defRPr>
            </a:lvl5pPr>
            <a:lvl6pPr lvl="5">
              <a:buNone/>
              <a:defRPr>
                <a:latin typeface="Verdana"/>
                <a:ea typeface="Verdana"/>
                <a:cs typeface="Verdana"/>
                <a:sym typeface="Verdana"/>
              </a:defRPr>
            </a:lvl6pPr>
            <a:lvl7pPr lvl="6">
              <a:buNone/>
              <a:defRPr>
                <a:latin typeface="Verdana"/>
                <a:ea typeface="Verdana"/>
                <a:cs typeface="Verdana"/>
                <a:sym typeface="Verdana"/>
              </a:defRPr>
            </a:lvl7pPr>
            <a:lvl8pPr lvl="7">
              <a:buNone/>
              <a:defRPr>
                <a:latin typeface="Verdana"/>
                <a:ea typeface="Verdana"/>
                <a:cs typeface="Verdana"/>
                <a:sym typeface="Verdana"/>
              </a:defRPr>
            </a:lvl8pPr>
            <a:lvl9pPr lvl="8">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7"/>
        <p:cNvGrpSpPr/>
        <p:nvPr/>
      </p:nvGrpSpPr>
      <p:grpSpPr>
        <a:xfrm>
          <a:off x="0" y="0"/>
          <a:ext cx="0" cy="0"/>
          <a:chOff x="0" y="0"/>
          <a:chExt cx="0" cy="0"/>
        </a:xfrm>
      </p:grpSpPr>
      <p:sp>
        <p:nvSpPr>
          <p:cNvPr id="58" name="Google Shape;58;p11"/>
          <p:cNvSpPr/>
          <p:nvPr/>
        </p:nvSpPr>
        <p:spPr>
          <a:xfrm>
            <a:off x="150" y="5076825"/>
            <a:ext cx="9143700" cy="66600"/>
          </a:xfrm>
          <a:prstGeom prst="rect">
            <a:avLst/>
          </a:prstGeom>
          <a:solidFill>
            <a:srgbClr val="FDC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11"/>
          <p:cNvSpPr txBox="1">
            <a:spLocks noGrp="1"/>
          </p:cNvSpPr>
          <p:nvPr>
            <p:ph type="title" hasCustomPrompt="1"/>
          </p:nvPr>
        </p:nvSpPr>
        <p:spPr>
          <a:xfrm>
            <a:off x="387900" y="1152450"/>
            <a:ext cx="8368200" cy="15384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8000"/>
              <a:buFont typeface="Verdana"/>
              <a:buNone/>
              <a:defRPr sz="8000">
                <a:latin typeface="Verdana"/>
                <a:ea typeface="Verdana"/>
                <a:cs typeface="Verdana"/>
                <a:sym typeface="Verdana"/>
              </a:defRPr>
            </a:lvl1pPr>
            <a:lvl2pPr lvl="1" algn="ctr">
              <a:spcBef>
                <a:spcPts val="0"/>
              </a:spcBef>
              <a:spcAft>
                <a:spcPts val="0"/>
              </a:spcAft>
              <a:buClr>
                <a:schemeClr val="accent5"/>
              </a:buClr>
              <a:buSzPts val="13000"/>
              <a:buFont typeface="Verdana"/>
              <a:buNone/>
              <a:defRPr sz="13000">
                <a:solidFill>
                  <a:schemeClr val="accent5"/>
                </a:solidFill>
                <a:latin typeface="Verdana"/>
                <a:ea typeface="Verdana"/>
                <a:cs typeface="Verdana"/>
                <a:sym typeface="Verdana"/>
              </a:defRPr>
            </a:lvl2pPr>
            <a:lvl3pPr lvl="2" algn="ctr">
              <a:spcBef>
                <a:spcPts val="0"/>
              </a:spcBef>
              <a:spcAft>
                <a:spcPts val="0"/>
              </a:spcAft>
              <a:buClr>
                <a:schemeClr val="accent5"/>
              </a:buClr>
              <a:buSzPts val="13000"/>
              <a:buFont typeface="Verdana"/>
              <a:buNone/>
              <a:defRPr sz="13000">
                <a:solidFill>
                  <a:schemeClr val="accent5"/>
                </a:solidFill>
                <a:latin typeface="Verdana"/>
                <a:ea typeface="Verdana"/>
                <a:cs typeface="Verdana"/>
                <a:sym typeface="Verdana"/>
              </a:defRPr>
            </a:lvl3pPr>
            <a:lvl4pPr lvl="3" algn="ctr">
              <a:spcBef>
                <a:spcPts val="0"/>
              </a:spcBef>
              <a:spcAft>
                <a:spcPts val="0"/>
              </a:spcAft>
              <a:buClr>
                <a:schemeClr val="accent5"/>
              </a:buClr>
              <a:buSzPts val="13000"/>
              <a:buFont typeface="Verdana"/>
              <a:buNone/>
              <a:defRPr sz="13000">
                <a:solidFill>
                  <a:schemeClr val="accent5"/>
                </a:solidFill>
                <a:latin typeface="Verdana"/>
                <a:ea typeface="Verdana"/>
                <a:cs typeface="Verdana"/>
                <a:sym typeface="Verdana"/>
              </a:defRPr>
            </a:lvl4pPr>
            <a:lvl5pPr lvl="4" algn="ctr">
              <a:spcBef>
                <a:spcPts val="0"/>
              </a:spcBef>
              <a:spcAft>
                <a:spcPts val="0"/>
              </a:spcAft>
              <a:buClr>
                <a:schemeClr val="accent5"/>
              </a:buClr>
              <a:buSzPts val="13000"/>
              <a:buFont typeface="Verdana"/>
              <a:buNone/>
              <a:defRPr sz="13000">
                <a:solidFill>
                  <a:schemeClr val="accent5"/>
                </a:solidFill>
                <a:latin typeface="Verdana"/>
                <a:ea typeface="Verdana"/>
                <a:cs typeface="Verdana"/>
                <a:sym typeface="Verdana"/>
              </a:defRPr>
            </a:lvl5pPr>
            <a:lvl6pPr lvl="5" algn="ctr">
              <a:spcBef>
                <a:spcPts val="0"/>
              </a:spcBef>
              <a:spcAft>
                <a:spcPts val="0"/>
              </a:spcAft>
              <a:buClr>
                <a:schemeClr val="accent5"/>
              </a:buClr>
              <a:buSzPts val="13000"/>
              <a:buFont typeface="Verdana"/>
              <a:buNone/>
              <a:defRPr sz="13000">
                <a:solidFill>
                  <a:schemeClr val="accent5"/>
                </a:solidFill>
                <a:latin typeface="Verdana"/>
                <a:ea typeface="Verdana"/>
                <a:cs typeface="Verdana"/>
                <a:sym typeface="Verdana"/>
              </a:defRPr>
            </a:lvl6pPr>
            <a:lvl7pPr lvl="6" algn="ctr">
              <a:spcBef>
                <a:spcPts val="0"/>
              </a:spcBef>
              <a:spcAft>
                <a:spcPts val="0"/>
              </a:spcAft>
              <a:buClr>
                <a:schemeClr val="accent5"/>
              </a:buClr>
              <a:buSzPts val="13000"/>
              <a:buFont typeface="Verdana"/>
              <a:buNone/>
              <a:defRPr sz="13000">
                <a:solidFill>
                  <a:schemeClr val="accent5"/>
                </a:solidFill>
                <a:latin typeface="Verdana"/>
                <a:ea typeface="Verdana"/>
                <a:cs typeface="Verdana"/>
                <a:sym typeface="Verdana"/>
              </a:defRPr>
            </a:lvl7pPr>
            <a:lvl8pPr lvl="7" algn="ctr">
              <a:spcBef>
                <a:spcPts val="0"/>
              </a:spcBef>
              <a:spcAft>
                <a:spcPts val="0"/>
              </a:spcAft>
              <a:buClr>
                <a:schemeClr val="accent5"/>
              </a:buClr>
              <a:buSzPts val="13000"/>
              <a:buFont typeface="Verdana"/>
              <a:buNone/>
              <a:defRPr sz="13000">
                <a:solidFill>
                  <a:schemeClr val="accent5"/>
                </a:solidFill>
                <a:latin typeface="Verdana"/>
                <a:ea typeface="Verdana"/>
                <a:cs typeface="Verdana"/>
                <a:sym typeface="Verdana"/>
              </a:defRPr>
            </a:lvl8pPr>
            <a:lvl9pPr lvl="8" algn="ctr">
              <a:spcBef>
                <a:spcPts val="0"/>
              </a:spcBef>
              <a:spcAft>
                <a:spcPts val="0"/>
              </a:spcAft>
              <a:buClr>
                <a:schemeClr val="accent5"/>
              </a:buClr>
              <a:buSzPts val="13000"/>
              <a:buFont typeface="Verdana"/>
              <a:buNone/>
              <a:defRPr sz="13000">
                <a:solidFill>
                  <a:schemeClr val="accent5"/>
                </a:solidFill>
                <a:latin typeface="Verdana"/>
                <a:ea typeface="Verdana"/>
                <a:cs typeface="Verdana"/>
                <a:sym typeface="Verdana"/>
              </a:defRPr>
            </a:lvl9pPr>
          </a:lstStyle>
          <a:p>
            <a:r>
              <a:t>xx%</a:t>
            </a:r>
          </a:p>
        </p:txBody>
      </p:sp>
      <p:sp>
        <p:nvSpPr>
          <p:cNvPr id="60" name="Google Shape;60;p11"/>
          <p:cNvSpPr txBox="1">
            <a:spLocks noGrp="1"/>
          </p:cNvSpPr>
          <p:nvPr>
            <p:ph type="body" idx="1"/>
          </p:nvPr>
        </p:nvSpPr>
        <p:spPr>
          <a:xfrm>
            <a:off x="387900" y="2919450"/>
            <a:ext cx="8368200" cy="1071600"/>
          </a:xfrm>
          <a:prstGeom prst="rect">
            <a:avLst/>
          </a:prstGeom>
        </p:spPr>
        <p:txBody>
          <a:bodyPr spcFirstLastPara="1" wrap="square" lIns="91425" tIns="91425" rIns="91425" bIns="91425" anchor="t" anchorCtr="0">
            <a:normAutofit/>
          </a:bodyPr>
          <a:lstStyle>
            <a:lvl1pPr marL="457200" lvl="0" indent="-317500" algn="ctr">
              <a:spcBef>
                <a:spcPts val="0"/>
              </a:spcBef>
              <a:spcAft>
                <a:spcPts val="0"/>
              </a:spcAft>
              <a:buSzPts val="1400"/>
              <a:buFont typeface="Verdana"/>
              <a:buChar char="●"/>
              <a:defRPr>
                <a:latin typeface="Verdana"/>
                <a:ea typeface="Verdana"/>
                <a:cs typeface="Verdana"/>
                <a:sym typeface="Verdana"/>
              </a:defRPr>
            </a:lvl1pPr>
            <a:lvl2pPr marL="914400" lvl="1" indent="-317500" algn="ctr">
              <a:spcBef>
                <a:spcPts val="0"/>
              </a:spcBef>
              <a:spcAft>
                <a:spcPts val="0"/>
              </a:spcAft>
              <a:buSzPts val="1400"/>
              <a:buFont typeface="Verdana"/>
              <a:buChar char="○"/>
              <a:defRPr>
                <a:latin typeface="Verdana"/>
                <a:ea typeface="Verdana"/>
                <a:cs typeface="Verdana"/>
                <a:sym typeface="Verdana"/>
              </a:defRPr>
            </a:lvl2pPr>
            <a:lvl3pPr marL="1371600" lvl="2" indent="-317500" algn="ctr">
              <a:spcBef>
                <a:spcPts val="0"/>
              </a:spcBef>
              <a:spcAft>
                <a:spcPts val="0"/>
              </a:spcAft>
              <a:buSzPts val="1400"/>
              <a:buFont typeface="Verdana"/>
              <a:buChar char="■"/>
              <a:defRPr>
                <a:latin typeface="Verdana"/>
                <a:ea typeface="Verdana"/>
                <a:cs typeface="Verdana"/>
                <a:sym typeface="Verdana"/>
              </a:defRPr>
            </a:lvl3pPr>
            <a:lvl4pPr marL="1828800" lvl="3" indent="-317500" algn="ctr">
              <a:spcBef>
                <a:spcPts val="0"/>
              </a:spcBef>
              <a:spcAft>
                <a:spcPts val="0"/>
              </a:spcAft>
              <a:buSzPts val="1400"/>
              <a:buFont typeface="Verdana"/>
              <a:buChar char="●"/>
              <a:defRPr>
                <a:latin typeface="Verdana"/>
                <a:ea typeface="Verdana"/>
                <a:cs typeface="Verdana"/>
                <a:sym typeface="Verdana"/>
              </a:defRPr>
            </a:lvl4pPr>
            <a:lvl5pPr marL="2286000" lvl="4" indent="-317500" algn="ctr">
              <a:spcBef>
                <a:spcPts val="0"/>
              </a:spcBef>
              <a:spcAft>
                <a:spcPts val="0"/>
              </a:spcAft>
              <a:buSzPts val="1400"/>
              <a:buFont typeface="Verdana"/>
              <a:buChar char="○"/>
              <a:defRPr>
                <a:latin typeface="Verdana"/>
                <a:ea typeface="Verdana"/>
                <a:cs typeface="Verdana"/>
                <a:sym typeface="Verdana"/>
              </a:defRPr>
            </a:lvl5pPr>
            <a:lvl6pPr marL="2743200" lvl="5" indent="-317500" algn="ctr">
              <a:spcBef>
                <a:spcPts val="0"/>
              </a:spcBef>
              <a:spcAft>
                <a:spcPts val="0"/>
              </a:spcAft>
              <a:buSzPts val="1400"/>
              <a:buFont typeface="Verdana"/>
              <a:buChar char="■"/>
              <a:defRPr>
                <a:latin typeface="Verdana"/>
                <a:ea typeface="Verdana"/>
                <a:cs typeface="Verdana"/>
                <a:sym typeface="Verdana"/>
              </a:defRPr>
            </a:lvl6pPr>
            <a:lvl7pPr marL="3200400" lvl="6" indent="-317500" algn="ctr">
              <a:spcBef>
                <a:spcPts val="0"/>
              </a:spcBef>
              <a:spcAft>
                <a:spcPts val="0"/>
              </a:spcAft>
              <a:buSzPts val="1400"/>
              <a:buFont typeface="Verdana"/>
              <a:buChar char="●"/>
              <a:defRPr>
                <a:latin typeface="Verdana"/>
                <a:ea typeface="Verdana"/>
                <a:cs typeface="Verdana"/>
                <a:sym typeface="Verdana"/>
              </a:defRPr>
            </a:lvl7pPr>
            <a:lvl8pPr marL="3657600" lvl="7" indent="-317500" algn="ctr">
              <a:spcBef>
                <a:spcPts val="0"/>
              </a:spcBef>
              <a:spcAft>
                <a:spcPts val="0"/>
              </a:spcAft>
              <a:buSzPts val="1400"/>
              <a:buFont typeface="Verdana"/>
              <a:buChar char="○"/>
              <a:defRPr>
                <a:latin typeface="Verdana"/>
                <a:ea typeface="Verdana"/>
                <a:cs typeface="Verdana"/>
                <a:sym typeface="Verdana"/>
              </a:defRPr>
            </a:lvl8pPr>
            <a:lvl9pPr marL="4114800" lvl="8" indent="-317500" algn="ctr">
              <a:spcBef>
                <a:spcPts val="0"/>
              </a:spcBef>
              <a:spcAft>
                <a:spcPts val="0"/>
              </a:spcAft>
              <a:buSzPts val="1400"/>
              <a:buFont typeface="Verdana"/>
              <a:buChar char="■"/>
              <a:defRPr>
                <a:latin typeface="Verdana"/>
                <a:ea typeface="Verdana"/>
                <a:cs typeface="Verdana"/>
                <a:sym typeface="Verdana"/>
              </a:defRPr>
            </a:lvl9pPr>
          </a:lstStyle>
          <a:p>
            <a:endParaRPr/>
          </a:p>
        </p:txBody>
      </p:sp>
      <p:sp>
        <p:nvSpPr>
          <p:cNvPr id="61" name="Google Shape;61;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atin typeface="Verdana"/>
                <a:ea typeface="Verdana"/>
                <a:cs typeface="Verdana"/>
                <a:sym typeface="Verdana"/>
              </a:defRPr>
            </a:lvl1pPr>
            <a:lvl2pPr lvl="1">
              <a:buNone/>
              <a:defRPr>
                <a:latin typeface="Verdana"/>
                <a:ea typeface="Verdana"/>
                <a:cs typeface="Verdana"/>
                <a:sym typeface="Verdana"/>
              </a:defRPr>
            </a:lvl2pPr>
            <a:lvl3pPr lvl="2">
              <a:buNone/>
              <a:defRPr>
                <a:latin typeface="Verdana"/>
                <a:ea typeface="Verdana"/>
                <a:cs typeface="Verdana"/>
                <a:sym typeface="Verdana"/>
              </a:defRPr>
            </a:lvl3pPr>
            <a:lvl4pPr lvl="3">
              <a:buNone/>
              <a:defRPr>
                <a:latin typeface="Verdana"/>
                <a:ea typeface="Verdana"/>
                <a:cs typeface="Verdana"/>
                <a:sym typeface="Verdana"/>
              </a:defRPr>
            </a:lvl4pPr>
            <a:lvl5pPr lvl="4">
              <a:buNone/>
              <a:defRPr>
                <a:latin typeface="Verdana"/>
                <a:ea typeface="Verdana"/>
                <a:cs typeface="Verdana"/>
                <a:sym typeface="Verdana"/>
              </a:defRPr>
            </a:lvl5pPr>
            <a:lvl6pPr lvl="5">
              <a:buNone/>
              <a:defRPr>
                <a:latin typeface="Verdana"/>
                <a:ea typeface="Verdana"/>
                <a:cs typeface="Verdana"/>
                <a:sym typeface="Verdana"/>
              </a:defRPr>
            </a:lvl6pPr>
            <a:lvl7pPr lvl="6">
              <a:buNone/>
              <a:defRPr>
                <a:latin typeface="Verdana"/>
                <a:ea typeface="Verdana"/>
                <a:cs typeface="Verdana"/>
                <a:sym typeface="Verdana"/>
              </a:defRPr>
            </a:lvl7pPr>
            <a:lvl8pPr lvl="7">
              <a:buNone/>
              <a:defRPr>
                <a:latin typeface="Verdana"/>
                <a:ea typeface="Verdana"/>
                <a:cs typeface="Verdana"/>
                <a:sym typeface="Verdana"/>
              </a:defRPr>
            </a:lvl8pPr>
            <a:lvl9pPr lvl="8">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2"/>
        <p:cNvGrpSpPr/>
        <p:nvPr/>
      </p:nvGrpSpPr>
      <p:grpSpPr>
        <a:xfrm>
          <a:off x="0" y="0"/>
          <a:ext cx="0" cy="0"/>
          <a:chOff x="0" y="0"/>
          <a:chExt cx="0" cy="0"/>
        </a:xfrm>
      </p:grpSpPr>
      <p:sp>
        <p:nvSpPr>
          <p:cNvPr id="63" name="Google Shape;63;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atin typeface="Verdana"/>
                <a:ea typeface="Verdana"/>
                <a:cs typeface="Verdana"/>
                <a:sym typeface="Verdana"/>
              </a:defRPr>
            </a:lvl1pPr>
            <a:lvl2pPr lvl="1">
              <a:buNone/>
              <a:defRPr>
                <a:latin typeface="Verdana"/>
                <a:ea typeface="Verdana"/>
                <a:cs typeface="Verdana"/>
                <a:sym typeface="Verdana"/>
              </a:defRPr>
            </a:lvl2pPr>
            <a:lvl3pPr lvl="2">
              <a:buNone/>
              <a:defRPr>
                <a:latin typeface="Verdana"/>
                <a:ea typeface="Verdana"/>
                <a:cs typeface="Verdana"/>
                <a:sym typeface="Verdana"/>
              </a:defRPr>
            </a:lvl3pPr>
            <a:lvl4pPr lvl="3">
              <a:buNone/>
              <a:defRPr>
                <a:latin typeface="Verdana"/>
                <a:ea typeface="Verdana"/>
                <a:cs typeface="Verdana"/>
                <a:sym typeface="Verdana"/>
              </a:defRPr>
            </a:lvl4pPr>
            <a:lvl5pPr lvl="4">
              <a:buNone/>
              <a:defRPr>
                <a:latin typeface="Verdana"/>
                <a:ea typeface="Verdana"/>
                <a:cs typeface="Verdana"/>
                <a:sym typeface="Verdana"/>
              </a:defRPr>
            </a:lvl5pPr>
            <a:lvl6pPr lvl="5">
              <a:buNone/>
              <a:defRPr>
                <a:latin typeface="Verdana"/>
                <a:ea typeface="Verdana"/>
                <a:cs typeface="Verdana"/>
                <a:sym typeface="Verdana"/>
              </a:defRPr>
            </a:lvl6pPr>
            <a:lvl7pPr lvl="6">
              <a:buNone/>
              <a:defRPr>
                <a:latin typeface="Verdana"/>
                <a:ea typeface="Verdana"/>
                <a:cs typeface="Verdana"/>
                <a:sym typeface="Verdana"/>
              </a:defRPr>
            </a:lvl7pPr>
            <a:lvl8pPr lvl="7">
              <a:buNone/>
              <a:defRPr>
                <a:latin typeface="Verdana"/>
                <a:ea typeface="Verdana"/>
                <a:cs typeface="Verdana"/>
                <a:sym typeface="Verdana"/>
              </a:defRPr>
            </a:lvl8pPr>
            <a:lvl9pPr lvl="8">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Agenda" userDrawn="1">
  <p:cSld name="TITLE_AND_BODY_1">
    <p:spTree>
      <p:nvGrpSpPr>
        <p:cNvPr id="1" name="Shape 64"/>
        <p:cNvGrpSpPr/>
        <p:nvPr/>
      </p:nvGrpSpPr>
      <p:grpSpPr>
        <a:xfrm>
          <a:off x="0" y="0"/>
          <a:ext cx="0" cy="0"/>
          <a:chOff x="0" y="0"/>
          <a:chExt cx="0" cy="0"/>
        </a:xfrm>
      </p:grpSpPr>
      <p:sp>
        <p:nvSpPr>
          <p:cNvPr id="65" name="Google Shape;65;p13"/>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Roboto"/>
              <a:ea typeface="Roboto"/>
              <a:cs typeface="Roboto"/>
              <a:sym typeface="Roboto"/>
            </a:endParaRPr>
          </a:p>
        </p:txBody>
      </p:sp>
      <p:sp>
        <p:nvSpPr>
          <p:cNvPr id="66" name="Google Shape;66;p13"/>
          <p:cNvSpPr txBox="1">
            <a:spLocks noGrp="1"/>
          </p:cNvSpPr>
          <p:nvPr>
            <p:ph type="body" idx="1"/>
          </p:nvPr>
        </p:nvSpPr>
        <p:spPr>
          <a:xfrm>
            <a:off x="311700" y="1229445"/>
            <a:ext cx="8520600" cy="3773830"/>
          </a:xfrm>
          <a:prstGeom prst="rect">
            <a:avLst/>
          </a:prstGeom>
          <a:noFill/>
          <a:ln>
            <a:noFill/>
          </a:ln>
        </p:spPr>
        <p:txBody>
          <a:bodyPr spcFirstLastPara="1" wrap="square" lIns="91425" tIns="91425" rIns="91425" bIns="91425" anchor="t" anchorCtr="0">
            <a:normAutofit/>
          </a:bodyPr>
          <a:lstStyle>
            <a:lvl1pPr marL="457200" lvl="0" indent="-330200" algn="l" rtl="0">
              <a:lnSpc>
                <a:spcPct val="115000"/>
              </a:lnSpc>
              <a:spcBef>
                <a:spcPts val="0"/>
              </a:spcBef>
              <a:spcAft>
                <a:spcPts val="0"/>
              </a:spcAft>
              <a:buClr>
                <a:schemeClr val="tx1"/>
              </a:buClr>
              <a:buSzPts val="1600"/>
              <a:buFont typeface="Verdana"/>
              <a:buChar char="●"/>
              <a:defRPr sz="1600">
                <a:latin typeface="Verdana"/>
                <a:ea typeface="Verdana"/>
                <a:cs typeface="Verdana"/>
                <a:sym typeface="Verdana"/>
              </a:defRPr>
            </a:lvl1pPr>
            <a:lvl2pPr marL="914400" lvl="1" indent="-317500" algn="l" rtl="0">
              <a:lnSpc>
                <a:spcPct val="115000"/>
              </a:lnSpc>
              <a:spcBef>
                <a:spcPts val="0"/>
              </a:spcBef>
              <a:spcAft>
                <a:spcPts val="0"/>
              </a:spcAft>
              <a:buSzPts val="1400"/>
              <a:buFont typeface="Verdana"/>
              <a:buChar char="○"/>
              <a:defRPr>
                <a:latin typeface="Verdana"/>
                <a:ea typeface="Verdana"/>
                <a:cs typeface="Verdana"/>
                <a:sym typeface="Verdana"/>
              </a:defRPr>
            </a:lvl2pPr>
            <a:lvl3pPr marL="1371600" lvl="2" indent="-317500" algn="l" rtl="0">
              <a:lnSpc>
                <a:spcPct val="115000"/>
              </a:lnSpc>
              <a:spcBef>
                <a:spcPts val="0"/>
              </a:spcBef>
              <a:spcAft>
                <a:spcPts val="0"/>
              </a:spcAft>
              <a:buSzPts val="1400"/>
              <a:buFont typeface="Verdana"/>
              <a:buChar char="■"/>
              <a:defRPr>
                <a:latin typeface="Verdana"/>
                <a:ea typeface="Verdana"/>
                <a:cs typeface="Verdana"/>
                <a:sym typeface="Verdana"/>
              </a:defRPr>
            </a:lvl3pPr>
            <a:lvl4pPr marL="1828800" lvl="3" indent="-317500" algn="l" rtl="0">
              <a:lnSpc>
                <a:spcPct val="115000"/>
              </a:lnSpc>
              <a:spcBef>
                <a:spcPts val="0"/>
              </a:spcBef>
              <a:spcAft>
                <a:spcPts val="0"/>
              </a:spcAft>
              <a:buSzPts val="1400"/>
              <a:buFont typeface="Verdana"/>
              <a:buChar char="●"/>
              <a:defRPr>
                <a:latin typeface="Verdana"/>
                <a:ea typeface="Verdana"/>
                <a:cs typeface="Verdana"/>
                <a:sym typeface="Verdana"/>
              </a:defRPr>
            </a:lvl4pPr>
            <a:lvl5pPr marL="2286000" lvl="4" indent="-317500" algn="l" rtl="0">
              <a:lnSpc>
                <a:spcPct val="115000"/>
              </a:lnSpc>
              <a:spcBef>
                <a:spcPts val="0"/>
              </a:spcBef>
              <a:spcAft>
                <a:spcPts val="0"/>
              </a:spcAft>
              <a:buSzPts val="1400"/>
              <a:buFont typeface="Verdana"/>
              <a:buChar char="○"/>
              <a:defRPr>
                <a:latin typeface="Verdana"/>
                <a:ea typeface="Verdana"/>
                <a:cs typeface="Verdana"/>
                <a:sym typeface="Verdana"/>
              </a:defRPr>
            </a:lvl5pPr>
            <a:lvl6pPr marL="2743200" lvl="5" indent="-317500" algn="l" rtl="0">
              <a:lnSpc>
                <a:spcPct val="115000"/>
              </a:lnSpc>
              <a:spcBef>
                <a:spcPts val="0"/>
              </a:spcBef>
              <a:spcAft>
                <a:spcPts val="0"/>
              </a:spcAft>
              <a:buSzPts val="1400"/>
              <a:buFont typeface="Verdana"/>
              <a:buChar char="■"/>
              <a:defRPr>
                <a:latin typeface="Verdana"/>
                <a:ea typeface="Verdana"/>
                <a:cs typeface="Verdana"/>
                <a:sym typeface="Verdana"/>
              </a:defRPr>
            </a:lvl6pPr>
            <a:lvl7pPr marL="3200400" lvl="6" indent="-317500" algn="l" rtl="0">
              <a:lnSpc>
                <a:spcPct val="115000"/>
              </a:lnSpc>
              <a:spcBef>
                <a:spcPts val="0"/>
              </a:spcBef>
              <a:spcAft>
                <a:spcPts val="0"/>
              </a:spcAft>
              <a:buSzPts val="1400"/>
              <a:buFont typeface="Verdana"/>
              <a:buChar char="●"/>
              <a:defRPr>
                <a:latin typeface="Verdana"/>
                <a:ea typeface="Verdana"/>
                <a:cs typeface="Verdana"/>
                <a:sym typeface="Verdana"/>
              </a:defRPr>
            </a:lvl7pPr>
            <a:lvl8pPr marL="3657600" lvl="7" indent="-317500" algn="l" rtl="0">
              <a:lnSpc>
                <a:spcPct val="115000"/>
              </a:lnSpc>
              <a:spcBef>
                <a:spcPts val="0"/>
              </a:spcBef>
              <a:spcAft>
                <a:spcPts val="0"/>
              </a:spcAft>
              <a:buSzPts val="1400"/>
              <a:buFont typeface="Verdana"/>
              <a:buChar char="○"/>
              <a:defRPr>
                <a:latin typeface="Verdana"/>
                <a:ea typeface="Verdana"/>
                <a:cs typeface="Verdana"/>
                <a:sym typeface="Verdana"/>
              </a:defRPr>
            </a:lvl8pPr>
            <a:lvl9pPr marL="4114800" lvl="8" indent="-317500" algn="l" rtl="0">
              <a:lnSpc>
                <a:spcPct val="115000"/>
              </a:lnSpc>
              <a:spcBef>
                <a:spcPts val="0"/>
              </a:spcBef>
              <a:spcAft>
                <a:spcPts val="0"/>
              </a:spcAft>
              <a:buSzPts val="1400"/>
              <a:buFont typeface="Verdana"/>
              <a:buChar char="■"/>
              <a:defRPr>
                <a:latin typeface="Verdana"/>
                <a:ea typeface="Verdana"/>
                <a:cs typeface="Verdana"/>
                <a:sym typeface="Verdana"/>
              </a:defRPr>
            </a:lvl9pPr>
          </a:lstStyle>
          <a:p>
            <a:endParaRPr lang="en-US" dirty="0"/>
          </a:p>
        </p:txBody>
      </p:sp>
      <p:sp>
        <p:nvSpPr>
          <p:cNvPr id="67" name="Google Shape;67;p13"/>
          <p:cNvSpPr txBox="1">
            <a:spLocks noGrp="1"/>
          </p:cNvSpPr>
          <p:nvPr>
            <p:ph type="sldNum" idx="12"/>
          </p:nvPr>
        </p:nvSpPr>
        <p:spPr>
          <a:xfrm>
            <a:off x="8890426" y="4802521"/>
            <a:ext cx="245991" cy="254296"/>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1000"/>
              <a:buFont typeface="Arial"/>
              <a:buNone/>
              <a:defRPr sz="800" i="0" u="none" strike="noStrike" cap="none">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i="0" u="none" strike="noStrike" cap="none">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i="0" u="none" strike="noStrike" cap="none">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i="0" u="none" strike="noStrike" cap="none">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i="0" u="none" strike="noStrike" cap="none">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i="0" u="none" strike="noStrike" cap="none">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i="0" u="none" strike="noStrike" cap="none">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i="0" u="none" strike="noStrike" cap="none">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i="0" u="none" strike="noStrike" cap="none">
                <a:latin typeface="Roboto"/>
                <a:ea typeface="Roboto"/>
                <a:cs typeface="Roboto"/>
                <a:sym typeface="Roboto"/>
              </a:defRPr>
            </a:lvl9pPr>
          </a:lstStyle>
          <a:p>
            <a:fld id="{00000000-1234-1234-1234-123412341234}" type="slidenum">
              <a:rPr lang="en" smtClean="0"/>
              <a:pPr/>
              <a:t>‹#›</a:t>
            </a:fld>
            <a:endParaRPr lang="en" dirty="0"/>
          </a:p>
        </p:txBody>
      </p:sp>
      <p:sp>
        <p:nvSpPr>
          <p:cNvPr id="68" name="Google Shape;68;p13"/>
          <p:cNvSpPr txBox="1">
            <a:spLocks noGrp="1"/>
          </p:cNvSpPr>
          <p:nvPr>
            <p:ph type="title" hasCustomPrompt="1"/>
          </p:nvPr>
        </p:nvSpPr>
        <p:spPr>
          <a:xfrm>
            <a:off x="311700" y="0"/>
            <a:ext cx="8520600" cy="712925"/>
          </a:xfrm>
          <a:prstGeom prst="rect">
            <a:avLst/>
          </a:prstGeom>
          <a:noFill/>
          <a:ln>
            <a:noFill/>
          </a:ln>
        </p:spPr>
        <p:txBody>
          <a:bodyPr spcFirstLastPara="1" wrap="square" lIns="91425" tIns="91425" rIns="91425" bIns="91425" anchor="ctr" anchorCtr="0">
            <a:normAutofit/>
          </a:bodyPr>
          <a:lstStyle>
            <a:lvl1pPr lvl="0" algn="l" rtl="0">
              <a:lnSpc>
                <a:spcPct val="100000"/>
              </a:lnSpc>
              <a:spcBef>
                <a:spcPts val="0"/>
              </a:spcBef>
              <a:spcAft>
                <a:spcPts val="0"/>
              </a:spcAft>
              <a:buSzPts val="2200"/>
              <a:buFont typeface="Verdana"/>
              <a:buNone/>
              <a:defRPr sz="2200">
                <a:latin typeface="Verdana"/>
                <a:ea typeface="Verdana"/>
                <a:cs typeface="Verdana"/>
                <a:sym typeface="Verdana"/>
              </a:defRPr>
            </a:lvl1pPr>
            <a:lvl2pPr lvl="1" algn="l" rtl="0">
              <a:lnSpc>
                <a:spcPct val="100000"/>
              </a:lnSpc>
              <a:spcBef>
                <a:spcPts val="0"/>
              </a:spcBef>
              <a:spcAft>
                <a:spcPts val="0"/>
              </a:spcAft>
              <a:buSzPts val="2800"/>
              <a:buFont typeface="Verdana"/>
              <a:buNone/>
              <a:defRPr>
                <a:latin typeface="Verdana"/>
                <a:ea typeface="Verdana"/>
                <a:cs typeface="Verdana"/>
                <a:sym typeface="Verdana"/>
              </a:defRPr>
            </a:lvl2pPr>
            <a:lvl3pPr lvl="2" algn="l" rtl="0">
              <a:lnSpc>
                <a:spcPct val="100000"/>
              </a:lnSpc>
              <a:spcBef>
                <a:spcPts val="0"/>
              </a:spcBef>
              <a:spcAft>
                <a:spcPts val="0"/>
              </a:spcAft>
              <a:buSzPts val="2800"/>
              <a:buFont typeface="Verdana"/>
              <a:buNone/>
              <a:defRPr>
                <a:latin typeface="Verdana"/>
                <a:ea typeface="Verdana"/>
                <a:cs typeface="Verdana"/>
                <a:sym typeface="Verdana"/>
              </a:defRPr>
            </a:lvl3pPr>
            <a:lvl4pPr lvl="3" algn="l" rtl="0">
              <a:lnSpc>
                <a:spcPct val="100000"/>
              </a:lnSpc>
              <a:spcBef>
                <a:spcPts val="0"/>
              </a:spcBef>
              <a:spcAft>
                <a:spcPts val="0"/>
              </a:spcAft>
              <a:buSzPts val="2800"/>
              <a:buFont typeface="Verdana"/>
              <a:buNone/>
              <a:defRPr>
                <a:latin typeface="Verdana"/>
                <a:ea typeface="Verdana"/>
                <a:cs typeface="Verdana"/>
                <a:sym typeface="Verdana"/>
              </a:defRPr>
            </a:lvl4pPr>
            <a:lvl5pPr lvl="4" algn="l" rtl="0">
              <a:lnSpc>
                <a:spcPct val="100000"/>
              </a:lnSpc>
              <a:spcBef>
                <a:spcPts val="0"/>
              </a:spcBef>
              <a:spcAft>
                <a:spcPts val="0"/>
              </a:spcAft>
              <a:buSzPts val="2800"/>
              <a:buFont typeface="Verdana"/>
              <a:buNone/>
              <a:defRPr>
                <a:latin typeface="Verdana"/>
                <a:ea typeface="Verdana"/>
                <a:cs typeface="Verdana"/>
                <a:sym typeface="Verdana"/>
              </a:defRPr>
            </a:lvl5pPr>
            <a:lvl6pPr lvl="5" algn="l" rtl="0">
              <a:lnSpc>
                <a:spcPct val="100000"/>
              </a:lnSpc>
              <a:spcBef>
                <a:spcPts val="0"/>
              </a:spcBef>
              <a:spcAft>
                <a:spcPts val="0"/>
              </a:spcAft>
              <a:buSzPts val="2800"/>
              <a:buFont typeface="Verdana"/>
              <a:buNone/>
              <a:defRPr>
                <a:latin typeface="Verdana"/>
                <a:ea typeface="Verdana"/>
                <a:cs typeface="Verdana"/>
                <a:sym typeface="Verdana"/>
              </a:defRPr>
            </a:lvl6pPr>
            <a:lvl7pPr lvl="6" algn="l" rtl="0">
              <a:lnSpc>
                <a:spcPct val="100000"/>
              </a:lnSpc>
              <a:spcBef>
                <a:spcPts val="0"/>
              </a:spcBef>
              <a:spcAft>
                <a:spcPts val="0"/>
              </a:spcAft>
              <a:buSzPts val="2800"/>
              <a:buFont typeface="Verdana"/>
              <a:buNone/>
              <a:defRPr>
                <a:latin typeface="Verdana"/>
                <a:ea typeface="Verdana"/>
                <a:cs typeface="Verdana"/>
                <a:sym typeface="Verdana"/>
              </a:defRPr>
            </a:lvl7pPr>
            <a:lvl8pPr lvl="7" algn="l" rtl="0">
              <a:lnSpc>
                <a:spcPct val="100000"/>
              </a:lnSpc>
              <a:spcBef>
                <a:spcPts val="0"/>
              </a:spcBef>
              <a:spcAft>
                <a:spcPts val="0"/>
              </a:spcAft>
              <a:buSzPts val="2800"/>
              <a:buFont typeface="Verdana"/>
              <a:buNone/>
              <a:defRPr>
                <a:latin typeface="Verdana"/>
                <a:ea typeface="Verdana"/>
                <a:cs typeface="Verdana"/>
                <a:sym typeface="Verdana"/>
              </a:defRPr>
            </a:lvl8pPr>
            <a:lvl9pPr lvl="8" algn="l" rtl="0">
              <a:lnSpc>
                <a:spcPct val="100000"/>
              </a:lnSpc>
              <a:spcBef>
                <a:spcPts val="0"/>
              </a:spcBef>
              <a:spcAft>
                <a:spcPts val="0"/>
              </a:spcAft>
              <a:buSzPts val="2800"/>
              <a:buFont typeface="Verdana"/>
              <a:buNone/>
              <a:defRPr>
                <a:latin typeface="Verdana"/>
                <a:ea typeface="Verdana"/>
                <a:cs typeface="Verdana"/>
                <a:sym typeface="Verdana"/>
              </a:defRPr>
            </a:lvl9pPr>
          </a:lstStyle>
          <a:p>
            <a:r>
              <a:rPr lang="en-US" dirty="0"/>
              <a:t>Agenda</a:t>
            </a:r>
            <a:endParaRPr dirty="0"/>
          </a:p>
        </p:txBody>
      </p:sp>
      <p:sp>
        <p:nvSpPr>
          <p:cNvPr id="2" name="Google Shape;32;p5">
            <a:extLst>
              <a:ext uri="{FF2B5EF4-FFF2-40B4-BE49-F238E27FC236}">
                <a16:creationId xmlns:a16="http://schemas.microsoft.com/office/drawing/2014/main" id="{3B38838B-5EBD-6C7F-60D2-88FA9FFA951E}"/>
              </a:ext>
            </a:extLst>
          </p:cNvPr>
          <p:cNvSpPr txBox="1">
            <a:spLocks noGrp="1"/>
          </p:cNvSpPr>
          <p:nvPr>
            <p:ph type="subTitle" idx="2"/>
          </p:nvPr>
        </p:nvSpPr>
        <p:spPr>
          <a:xfrm>
            <a:off x="311700" y="730401"/>
            <a:ext cx="8520600" cy="499044"/>
          </a:xfrm>
          <a:prstGeom prst="rect">
            <a:avLst/>
          </a:prstGeom>
        </p:spPr>
        <p:txBody>
          <a:bodyPr spcFirstLastPara="1" wrap="square" lIns="91425" tIns="0" rIns="91425" bIns="91425" anchor="t" anchorCtr="0">
            <a:normAutofit/>
          </a:bodyPr>
          <a:lstStyle>
            <a:lvl1pPr marL="0" lvl="0" indent="0" rtl="0">
              <a:lnSpc>
                <a:spcPct val="100000"/>
              </a:lnSpc>
              <a:spcBef>
                <a:spcPts val="0"/>
              </a:spcBef>
              <a:spcAft>
                <a:spcPts val="0"/>
              </a:spcAft>
              <a:buSzPts val="1800"/>
              <a:buFont typeface="Verdana"/>
              <a:buNone/>
              <a:tabLst/>
              <a:defRPr sz="1600">
                <a:latin typeface="Verdana"/>
                <a:ea typeface="Verdana"/>
                <a:cs typeface="Verdana"/>
                <a:sym typeface="Verdana"/>
              </a:defRPr>
            </a:lvl1pPr>
            <a:lvl2pPr lvl="1" algn="ctr" rtl="0">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2pPr>
            <a:lvl3pPr lvl="2" algn="ctr" rtl="0">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3pPr>
            <a:lvl4pPr lvl="3" algn="ctr" rtl="0">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4pPr>
            <a:lvl5pPr lvl="4" algn="ctr" rtl="0">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5pPr>
            <a:lvl6pPr lvl="5" algn="ctr" rtl="0">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6pPr>
            <a:lvl7pPr lvl="6" algn="ctr" rtl="0">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7pPr>
            <a:lvl8pPr lvl="7" algn="ctr" rtl="0">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8pPr>
            <a:lvl9pPr lvl="8" algn="ctr" rtl="0">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9pPr>
          </a:lstStyle>
          <a:p>
            <a:endParaRPr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69"/>
        <p:cNvGrpSpPr/>
        <p:nvPr/>
      </p:nvGrpSpPr>
      <p:grpSpPr>
        <a:xfrm>
          <a:off x="0" y="0"/>
          <a:ext cx="0" cy="0"/>
          <a:chOff x="0" y="0"/>
          <a:chExt cx="0" cy="0"/>
        </a:xfrm>
      </p:grpSpPr>
      <p:sp>
        <p:nvSpPr>
          <p:cNvPr id="70" name="Google Shape;70;p14"/>
          <p:cNvSpPr txBox="1">
            <a:spLocks noGrp="1"/>
          </p:cNvSpPr>
          <p:nvPr>
            <p:ph type="title"/>
          </p:nvPr>
        </p:nvSpPr>
        <p:spPr>
          <a:xfrm>
            <a:off x="311700" y="140225"/>
            <a:ext cx="8520600" cy="572700"/>
          </a:xfrm>
          <a:prstGeom prst="rect">
            <a:avLst/>
          </a:prstGeom>
          <a:noFill/>
          <a:ln>
            <a:noFill/>
          </a:ln>
        </p:spPr>
        <p:txBody>
          <a:bodyPr spcFirstLastPara="1" wrap="square" lIns="91425" tIns="91425" rIns="91425" bIns="91425" anchor="t" anchorCtr="0">
            <a:normAutofit/>
          </a:bodyPr>
          <a:lstStyle>
            <a:lvl1pPr lvl="0" algn="l" rtl="0">
              <a:lnSpc>
                <a:spcPct val="100000"/>
              </a:lnSpc>
              <a:spcBef>
                <a:spcPts val="0"/>
              </a:spcBef>
              <a:spcAft>
                <a:spcPts val="0"/>
              </a:spcAft>
              <a:buSzPts val="2200"/>
              <a:buFont typeface="Verdana"/>
              <a:buNone/>
              <a:defRPr sz="2200">
                <a:latin typeface="Verdana"/>
                <a:ea typeface="Verdana"/>
                <a:cs typeface="Verdana"/>
                <a:sym typeface="Verdana"/>
              </a:defRPr>
            </a:lvl1pPr>
            <a:lvl2pPr lvl="1" algn="l" rtl="0">
              <a:lnSpc>
                <a:spcPct val="100000"/>
              </a:lnSpc>
              <a:spcBef>
                <a:spcPts val="0"/>
              </a:spcBef>
              <a:spcAft>
                <a:spcPts val="0"/>
              </a:spcAft>
              <a:buSzPts val="2800"/>
              <a:buFont typeface="Verdana"/>
              <a:buNone/>
              <a:defRPr>
                <a:latin typeface="Verdana"/>
                <a:ea typeface="Verdana"/>
                <a:cs typeface="Verdana"/>
                <a:sym typeface="Verdana"/>
              </a:defRPr>
            </a:lvl2pPr>
            <a:lvl3pPr lvl="2" algn="l" rtl="0">
              <a:lnSpc>
                <a:spcPct val="100000"/>
              </a:lnSpc>
              <a:spcBef>
                <a:spcPts val="0"/>
              </a:spcBef>
              <a:spcAft>
                <a:spcPts val="0"/>
              </a:spcAft>
              <a:buSzPts val="2800"/>
              <a:buFont typeface="Verdana"/>
              <a:buNone/>
              <a:defRPr>
                <a:latin typeface="Verdana"/>
                <a:ea typeface="Verdana"/>
                <a:cs typeface="Verdana"/>
                <a:sym typeface="Verdana"/>
              </a:defRPr>
            </a:lvl3pPr>
            <a:lvl4pPr lvl="3" algn="l" rtl="0">
              <a:lnSpc>
                <a:spcPct val="100000"/>
              </a:lnSpc>
              <a:spcBef>
                <a:spcPts val="0"/>
              </a:spcBef>
              <a:spcAft>
                <a:spcPts val="0"/>
              </a:spcAft>
              <a:buSzPts val="2800"/>
              <a:buFont typeface="Verdana"/>
              <a:buNone/>
              <a:defRPr>
                <a:latin typeface="Verdana"/>
                <a:ea typeface="Verdana"/>
                <a:cs typeface="Verdana"/>
                <a:sym typeface="Verdana"/>
              </a:defRPr>
            </a:lvl4pPr>
            <a:lvl5pPr lvl="4" algn="l" rtl="0">
              <a:lnSpc>
                <a:spcPct val="100000"/>
              </a:lnSpc>
              <a:spcBef>
                <a:spcPts val="0"/>
              </a:spcBef>
              <a:spcAft>
                <a:spcPts val="0"/>
              </a:spcAft>
              <a:buSzPts val="2800"/>
              <a:buFont typeface="Verdana"/>
              <a:buNone/>
              <a:defRPr>
                <a:latin typeface="Verdana"/>
                <a:ea typeface="Verdana"/>
                <a:cs typeface="Verdana"/>
                <a:sym typeface="Verdana"/>
              </a:defRPr>
            </a:lvl5pPr>
            <a:lvl6pPr lvl="5" algn="l" rtl="0">
              <a:lnSpc>
                <a:spcPct val="100000"/>
              </a:lnSpc>
              <a:spcBef>
                <a:spcPts val="0"/>
              </a:spcBef>
              <a:spcAft>
                <a:spcPts val="0"/>
              </a:spcAft>
              <a:buSzPts val="2800"/>
              <a:buFont typeface="Verdana"/>
              <a:buNone/>
              <a:defRPr>
                <a:latin typeface="Verdana"/>
                <a:ea typeface="Verdana"/>
                <a:cs typeface="Verdana"/>
                <a:sym typeface="Verdana"/>
              </a:defRPr>
            </a:lvl6pPr>
            <a:lvl7pPr lvl="6" algn="l" rtl="0">
              <a:lnSpc>
                <a:spcPct val="100000"/>
              </a:lnSpc>
              <a:spcBef>
                <a:spcPts val="0"/>
              </a:spcBef>
              <a:spcAft>
                <a:spcPts val="0"/>
              </a:spcAft>
              <a:buSzPts val="2800"/>
              <a:buFont typeface="Verdana"/>
              <a:buNone/>
              <a:defRPr>
                <a:latin typeface="Verdana"/>
                <a:ea typeface="Verdana"/>
                <a:cs typeface="Verdana"/>
                <a:sym typeface="Verdana"/>
              </a:defRPr>
            </a:lvl7pPr>
            <a:lvl8pPr lvl="7" algn="l" rtl="0">
              <a:lnSpc>
                <a:spcPct val="100000"/>
              </a:lnSpc>
              <a:spcBef>
                <a:spcPts val="0"/>
              </a:spcBef>
              <a:spcAft>
                <a:spcPts val="0"/>
              </a:spcAft>
              <a:buSzPts val="2800"/>
              <a:buFont typeface="Verdana"/>
              <a:buNone/>
              <a:defRPr>
                <a:latin typeface="Verdana"/>
                <a:ea typeface="Verdana"/>
                <a:cs typeface="Verdana"/>
                <a:sym typeface="Verdana"/>
              </a:defRPr>
            </a:lvl8pPr>
            <a:lvl9pPr lvl="8" algn="l" rtl="0">
              <a:lnSpc>
                <a:spcPct val="100000"/>
              </a:lnSpc>
              <a:spcBef>
                <a:spcPts val="0"/>
              </a:spcBef>
              <a:spcAft>
                <a:spcPts val="0"/>
              </a:spcAft>
              <a:buSzPts val="2800"/>
              <a:buFont typeface="Verdana"/>
              <a:buNone/>
              <a:defRPr>
                <a:latin typeface="Verdana"/>
                <a:ea typeface="Verdana"/>
                <a:cs typeface="Verdana"/>
                <a:sym typeface="Verdana"/>
              </a:defRPr>
            </a:lvl9pPr>
          </a:lstStyle>
          <a:p>
            <a:endParaRPr/>
          </a:p>
        </p:txBody>
      </p:sp>
      <p:sp>
        <p:nvSpPr>
          <p:cNvPr id="71" name="Google Shape;71;p14"/>
          <p:cNvSpPr txBox="1">
            <a:spLocks noGrp="1"/>
          </p:cNvSpPr>
          <p:nvPr>
            <p:ph type="body" idx="1"/>
          </p:nvPr>
        </p:nvSpPr>
        <p:spPr>
          <a:xfrm>
            <a:off x="311700" y="1381075"/>
            <a:ext cx="3999900" cy="3416400"/>
          </a:xfrm>
          <a:prstGeom prst="rect">
            <a:avLst/>
          </a:prstGeom>
          <a:noFill/>
          <a:ln>
            <a:noFill/>
          </a:ln>
        </p:spPr>
        <p:txBody>
          <a:bodyPr spcFirstLastPara="1" wrap="square" lIns="91425" tIns="91425" rIns="91425" bIns="91425" anchor="t" anchorCtr="0">
            <a:normAutofit/>
          </a:bodyPr>
          <a:lstStyle>
            <a:lvl1pPr marL="457200" lvl="0" indent="-317500" algn="l" rtl="0">
              <a:lnSpc>
                <a:spcPct val="115000"/>
              </a:lnSpc>
              <a:spcBef>
                <a:spcPts val="0"/>
              </a:spcBef>
              <a:spcAft>
                <a:spcPts val="0"/>
              </a:spcAft>
              <a:buSzPts val="1400"/>
              <a:buFont typeface="Verdana"/>
              <a:buChar char="●"/>
              <a:defRPr sz="1400">
                <a:latin typeface="Verdana"/>
                <a:ea typeface="Verdana"/>
                <a:cs typeface="Verdana"/>
                <a:sym typeface="Verdana"/>
              </a:defRPr>
            </a:lvl1pPr>
            <a:lvl2pPr marL="914400" lvl="1" indent="-304800" algn="l" rtl="0">
              <a:lnSpc>
                <a:spcPct val="115000"/>
              </a:lnSpc>
              <a:spcBef>
                <a:spcPts val="0"/>
              </a:spcBef>
              <a:spcAft>
                <a:spcPts val="0"/>
              </a:spcAft>
              <a:buSzPts val="1200"/>
              <a:buFont typeface="Verdana"/>
              <a:buChar char="○"/>
              <a:defRPr sz="1200">
                <a:latin typeface="Verdana"/>
                <a:ea typeface="Verdana"/>
                <a:cs typeface="Verdana"/>
                <a:sym typeface="Verdana"/>
              </a:defRPr>
            </a:lvl2pPr>
            <a:lvl3pPr marL="1371600" lvl="2" indent="-304800" algn="l" rtl="0">
              <a:lnSpc>
                <a:spcPct val="115000"/>
              </a:lnSpc>
              <a:spcBef>
                <a:spcPts val="0"/>
              </a:spcBef>
              <a:spcAft>
                <a:spcPts val="0"/>
              </a:spcAft>
              <a:buSzPts val="1200"/>
              <a:buFont typeface="Verdana"/>
              <a:buChar char="■"/>
              <a:defRPr sz="1200">
                <a:latin typeface="Verdana"/>
                <a:ea typeface="Verdana"/>
                <a:cs typeface="Verdana"/>
                <a:sym typeface="Verdana"/>
              </a:defRPr>
            </a:lvl3pPr>
            <a:lvl4pPr marL="1828800" lvl="3" indent="-304800" algn="l" rtl="0">
              <a:lnSpc>
                <a:spcPct val="115000"/>
              </a:lnSpc>
              <a:spcBef>
                <a:spcPts val="0"/>
              </a:spcBef>
              <a:spcAft>
                <a:spcPts val="0"/>
              </a:spcAft>
              <a:buSzPts val="1200"/>
              <a:buFont typeface="Verdana"/>
              <a:buChar char="●"/>
              <a:defRPr sz="1200">
                <a:latin typeface="Verdana"/>
                <a:ea typeface="Verdana"/>
                <a:cs typeface="Verdana"/>
                <a:sym typeface="Verdana"/>
              </a:defRPr>
            </a:lvl4pPr>
            <a:lvl5pPr marL="2286000" lvl="4" indent="-304800" algn="l" rtl="0">
              <a:lnSpc>
                <a:spcPct val="115000"/>
              </a:lnSpc>
              <a:spcBef>
                <a:spcPts val="0"/>
              </a:spcBef>
              <a:spcAft>
                <a:spcPts val="0"/>
              </a:spcAft>
              <a:buSzPts val="1200"/>
              <a:buFont typeface="Verdana"/>
              <a:buChar char="○"/>
              <a:defRPr sz="1200">
                <a:latin typeface="Verdana"/>
                <a:ea typeface="Verdana"/>
                <a:cs typeface="Verdana"/>
                <a:sym typeface="Verdana"/>
              </a:defRPr>
            </a:lvl5pPr>
            <a:lvl6pPr marL="2743200" lvl="5" indent="-304800" algn="l" rtl="0">
              <a:lnSpc>
                <a:spcPct val="115000"/>
              </a:lnSpc>
              <a:spcBef>
                <a:spcPts val="0"/>
              </a:spcBef>
              <a:spcAft>
                <a:spcPts val="0"/>
              </a:spcAft>
              <a:buSzPts val="1200"/>
              <a:buFont typeface="Verdana"/>
              <a:buChar char="■"/>
              <a:defRPr sz="1200">
                <a:latin typeface="Verdana"/>
                <a:ea typeface="Verdana"/>
                <a:cs typeface="Verdana"/>
                <a:sym typeface="Verdana"/>
              </a:defRPr>
            </a:lvl6pPr>
            <a:lvl7pPr marL="3200400" lvl="6" indent="-304800" algn="l" rtl="0">
              <a:lnSpc>
                <a:spcPct val="115000"/>
              </a:lnSpc>
              <a:spcBef>
                <a:spcPts val="0"/>
              </a:spcBef>
              <a:spcAft>
                <a:spcPts val="0"/>
              </a:spcAft>
              <a:buSzPts val="1200"/>
              <a:buFont typeface="Verdana"/>
              <a:buChar char="●"/>
              <a:defRPr sz="1200">
                <a:latin typeface="Verdana"/>
                <a:ea typeface="Verdana"/>
                <a:cs typeface="Verdana"/>
                <a:sym typeface="Verdana"/>
              </a:defRPr>
            </a:lvl7pPr>
            <a:lvl8pPr marL="3657600" lvl="7" indent="-304800" algn="l" rtl="0">
              <a:lnSpc>
                <a:spcPct val="115000"/>
              </a:lnSpc>
              <a:spcBef>
                <a:spcPts val="0"/>
              </a:spcBef>
              <a:spcAft>
                <a:spcPts val="0"/>
              </a:spcAft>
              <a:buSzPts val="1200"/>
              <a:buFont typeface="Verdana"/>
              <a:buChar char="○"/>
              <a:defRPr sz="1200">
                <a:latin typeface="Verdana"/>
                <a:ea typeface="Verdana"/>
                <a:cs typeface="Verdana"/>
                <a:sym typeface="Verdana"/>
              </a:defRPr>
            </a:lvl8pPr>
            <a:lvl9pPr marL="4114800" lvl="8" indent="-304800" algn="l" rtl="0">
              <a:lnSpc>
                <a:spcPct val="115000"/>
              </a:lnSpc>
              <a:spcBef>
                <a:spcPts val="0"/>
              </a:spcBef>
              <a:spcAft>
                <a:spcPts val="0"/>
              </a:spcAft>
              <a:buSzPts val="1200"/>
              <a:buFont typeface="Verdana"/>
              <a:buChar char="■"/>
              <a:defRPr sz="1200">
                <a:latin typeface="Verdana"/>
                <a:ea typeface="Verdana"/>
                <a:cs typeface="Verdana"/>
                <a:sym typeface="Verdana"/>
              </a:defRPr>
            </a:lvl9pPr>
          </a:lstStyle>
          <a:p>
            <a:endParaRPr/>
          </a:p>
        </p:txBody>
      </p:sp>
      <p:sp>
        <p:nvSpPr>
          <p:cNvPr id="72" name="Google Shape;72;p14"/>
          <p:cNvSpPr txBox="1">
            <a:spLocks noGrp="1"/>
          </p:cNvSpPr>
          <p:nvPr>
            <p:ph type="body" idx="2"/>
          </p:nvPr>
        </p:nvSpPr>
        <p:spPr>
          <a:xfrm>
            <a:off x="4832400" y="1304875"/>
            <a:ext cx="3999900" cy="3416400"/>
          </a:xfrm>
          <a:prstGeom prst="rect">
            <a:avLst/>
          </a:prstGeom>
          <a:noFill/>
          <a:ln>
            <a:noFill/>
          </a:ln>
        </p:spPr>
        <p:txBody>
          <a:bodyPr spcFirstLastPara="1" wrap="square" lIns="91425" tIns="91425" rIns="91425" bIns="91425" anchor="t" anchorCtr="0">
            <a:normAutofit/>
          </a:bodyPr>
          <a:lstStyle>
            <a:lvl1pPr marL="457200" lvl="0" indent="-317500" algn="l" rtl="0">
              <a:lnSpc>
                <a:spcPct val="115000"/>
              </a:lnSpc>
              <a:spcBef>
                <a:spcPts val="0"/>
              </a:spcBef>
              <a:spcAft>
                <a:spcPts val="0"/>
              </a:spcAft>
              <a:buSzPts val="1400"/>
              <a:buFont typeface="Verdana"/>
              <a:buChar char="●"/>
              <a:defRPr sz="1400">
                <a:latin typeface="Verdana"/>
                <a:ea typeface="Verdana"/>
                <a:cs typeface="Verdana"/>
                <a:sym typeface="Verdana"/>
              </a:defRPr>
            </a:lvl1pPr>
            <a:lvl2pPr marL="914400" lvl="1" indent="-304800" algn="l" rtl="0">
              <a:lnSpc>
                <a:spcPct val="115000"/>
              </a:lnSpc>
              <a:spcBef>
                <a:spcPts val="0"/>
              </a:spcBef>
              <a:spcAft>
                <a:spcPts val="0"/>
              </a:spcAft>
              <a:buSzPts val="1200"/>
              <a:buFont typeface="Verdana"/>
              <a:buChar char="○"/>
              <a:defRPr sz="1200">
                <a:latin typeface="Verdana"/>
                <a:ea typeface="Verdana"/>
                <a:cs typeface="Verdana"/>
                <a:sym typeface="Verdana"/>
              </a:defRPr>
            </a:lvl2pPr>
            <a:lvl3pPr marL="1371600" lvl="2" indent="-304800" algn="l" rtl="0">
              <a:lnSpc>
                <a:spcPct val="115000"/>
              </a:lnSpc>
              <a:spcBef>
                <a:spcPts val="0"/>
              </a:spcBef>
              <a:spcAft>
                <a:spcPts val="0"/>
              </a:spcAft>
              <a:buSzPts val="1200"/>
              <a:buFont typeface="Verdana"/>
              <a:buChar char="■"/>
              <a:defRPr sz="1200">
                <a:latin typeface="Verdana"/>
                <a:ea typeface="Verdana"/>
                <a:cs typeface="Verdana"/>
                <a:sym typeface="Verdana"/>
              </a:defRPr>
            </a:lvl3pPr>
            <a:lvl4pPr marL="1828800" lvl="3" indent="-304800" algn="l" rtl="0">
              <a:lnSpc>
                <a:spcPct val="115000"/>
              </a:lnSpc>
              <a:spcBef>
                <a:spcPts val="0"/>
              </a:spcBef>
              <a:spcAft>
                <a:spcPts val="0"/>
              </a:spcAft>
              <a:buSzPts val="1200"/>
              <a:buFont typeface="Verdana"/>
              <a:buChar char="●"/>
              <a:defRPr sz="1200">
                <a:latin typeface="Verdana"/>
                <a:ea typeface="Verdana"/>
                <a:cs typeface="Verdana"/>
                <a:sym typeface="Verdana"/>
              </a:defRPr>
            </a:lvl4pPr>
            <a:lvl5pPr marL="2286000" lvl="4" indent="-304800" algn="l" rtl="0">
              <a:lnSpc>
                <a:spcPct val="115000"/>
              </a:lnSpc>
              <a:spcBef>
                <a:spcPts val="0"/>
              </a:spcBef>
              <a:spcAft>
                <a:spcPts val="0"/>
              </a:spcAft>
              <a:buSzPts val="1200"/>
              <a:buFont typeface="Verdana"/>
              <a:buChar char="○"/>
              <a:defRPr sz="1200">
                <a:latin typeface="Verdana"/>
                <a:ea typeface="Verdana"/>
                <a:cs typeface="Verdana"/>
                <a:sym typeface="Verdana"/>
              </a:defRPr>
            </a:lvl5pPr>
            <a:lvl6pPr marL="2743200" lvl="5" indent="-304800" algn="l" rtl="0">
              <a:lnSpc>
                <a:spcPct val="115000"/>
              </a:lnSpc>
              <a:spcBef>
                <a:spcPts val="0"/>
              </a:spcBef>
              <a:spcAft>
                <a:spcPts val="0"/>
              </a:spcAft>
              <a:buSzPts val="1200"/>
              <a:buFont typeface="Verdana"/>
              <a:buChar char="■"/>
              <a:defRPr sz="1200">
                <a:latin typeface="Verdana"/>
                <a:ea typeface="Verdana"/>
                <a:cs typeface="Verdana"/>
                <a:sym typeface="Verdana"/>
              </a:defRPr>
            </a:lvl6pPr>
            <a:lvl7pPr marL="3200400" lvl="6" indent="-304800" algn="l" rtl="0">
              <a:lnSpc>
                <a:spcPct val="115000"/>
              </a:lnSpc>
              <a:spcBef>
                <a:spcPts val="0"/>
              </a:spcBef>
              <a:spcAft>
                <a:spcPts val="0"/>
              </a:spcAft>
              <a:buSzPts val="1200"/>
              <a:buFont typeface="Verdana"/>
              <a:buChar char="●"/>
              <a:defRPr sz="1200">
                <a:latin typeface="Verdana"/>
                <a:ea typeface="Verdana"/>
                <a:cs typeface="Verdana"/>
                <a:sym typeface="Verdana"/>
              </a:defRPr>
            </a:lvl7pPr>
            <a:lvl8pPr marL="3657600" lvl="7" indent="-304800" algn="l" rtl="0">
              <a:lnSpc>
                <a:spcPct val="115000"/>
              </a:lnSpc>
              <a:spcBef>
                <a:spcPts val="0"/>
              </a:spcBef>
              <a:spcAft>
                <a:spcPts val="0"/>
              </a:spcAft>
              <a:buSzPts val="1200"/>
              <a:buFont typeface="Verdana"/>
              <a:buChar char="○"/>
              <a:defRPr sz="1200">
                <a:latin typeface="Verdana"/>
                <a:ea typeface="Verdana"/>
                <a:cs typeface="Verdana"/>
                <a:sym typeface="Verdana"/>
              </a:defRPr>
            </a:lvl8pPr>
            <a:lvl9pPr marL="4114800" lvl="8" indent="-304800" algn="l" rtl="0">
              <a:lnSpc>
                <a:spcPct val="115000"/>
              </a:lnSpc>
              <a:spcBef>
                <a:spcPts val="0"/>
              </a:spcBef>
              <a:spcAft>
                <a:spcPts val="0"/>
              </a:spcAft>
              <a:buSzPts val="1200"/>
              <a:buFont typeface="Verdana"/>
              <a:buChar char="■"/>
              <a:defRPr sz="1200">
                <a:latin typeface="Verdana"/>
                <a:ea typeface="Verdana"/>
                <a:cs typeface="Verdana"/>
                <a:sym typeface="Verdana"/>
              </a:defRPr>
            </a:lvl9pPr>
          </a:lstStyle>
          <a:p>
            <a:endParaRPr/>
          </a:p>
        </p:txBody>
      </p:sp>
      <p:sp>
        <p:nvSpPr>
          <p:cNvPr id="73" name="Google Shape;73;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i="0" u="none" strike="noStrike" cap="none">
                <a:latin typeface="Verdana"/>
                <a:ea typeface="Verdana"/>
                <a:cs typeface="Verdana"/>
                <a:sym typeface="Verdana"/>
              </a:defRPr>
            </a:lvl1pPr>
            <a:lvl2pPr marL="0" marR="0" lvl="1" indent="0" algn="r" rtl="0">
              <a:lnSpc>
                <a:spcPct val="100000"/>
              </a:lnSpc>
              <a:spcBef>
                <a:spcPts val="0"/>
              </a:spcBef>
              <a:spcAft>
                <a:spcPts val="0"/>
              </a:spcAft>
              <a:buClr>
                <a:srgbClr val="000000"/>
              </a:buClr>
              <a:buSzPts val="1000"/>
              <a:buFont typeface="Arial"/>
              <a:buNone/>
              <a:defRPr sz="1000" i="0" u="none" strike="noStrike" cap="none">
                <a:latin typeface="Verdana"/>
                <a:ea typeface="Verdana"/>
                <a:cs typeface="Verdana"/>
                <a:sym typeface="Verdana"/>
              </a:defRPr>
            </a:lvl2pPr>
            <a:lvl3pPr marL="0" marR="0" lvl="2" indent="0" algn="r" rtl="0">
              <a:lnSpc>
                <a:spcPct val="100000"/>
              </a:lnSpc>
              <a:spcBef>
                <a:spcPts val="0"/>
              </a:spcBef>
              <a:spcAft>
                <a:spcPts val="0"/>
              </a:spcAft>
              <a:buClr>
                <a:srgbClr val="000000"/>
              </a:buClr>
              <a:buSzPts val="1000"/>
              <a:buFont typeface="Arial"/>
              <a:buNone/>
              <a:defRPr sz="1000" i="0" u="none" strike="noStrike" cap="none">
                <a:latin typeface="Verdana"/>
                <a:ea typeface="Verdana"/>
                <a:cs typeface="Verdana"/>
                <a:sym typeface="Verdana"/>
              </a:defRPr>
            </a:lvl3pPr>
            <a:lvl4pPr marL="0" marR="0" lvl="3" indent="0" algn="r" rtl="0">
              <a:lnSpc>
                <a:spcPct val="100000"/>
              </a:lnSpc>
              <a:spcBef>
                <a:spcPts val="0"/>
              </a:spcBef>
              <a:spcAft>
                <a:spcPts val="0"/>
              </a:spcAft>
              <a:buClr>
                <a:srgbClr val="000000"/>
              </a:buClr>
              <a:buSzPts val="1000"/>
              <a:buFont typeface="Arial"/>
              <a:buNone/>
              <a:defRPr sz="1000" i="0" u="none" strike="noStrike" cap="none">
                <a:latin typeface="Verdana"/>
                <a:ea typeface="Verdana"/>
                <a:cs typeface="Verdana"/>
                <a:sym typeface="Verdana"/>
              </a:defRPr>
            </a:lvl4pPr>
            <a:lvl5pPr marL="0" marR="0" lvl="4" indent="0" algn="r" rtl="0">
              <a:lnSpc>
                <a:spcPct val="100000"/>
              </a:lnSpc>
              <a:spcBef>
                <a:spcPts val="0"/>
              </a:spcBef>
              <a:spcAft>
                <a:spcPts val="0"/>
              </a:spcAft>
              <a:buClr>
                <a:srgbClr val="000000"/>
              </a:buClr>
              <a:buSzPts val="1000"/>
              <a:buFont typeface="Arial"/>
              <a:buNone/>
              <a:defRPr sz="1000" i="0" u="none" strike="noStrike" cap="none">
                <a:latin typeface="Verdana"/>
                <a:ea typeface="Verdana"/>
                <a:cs typeface="Verdana"/>
                <a:sym typeface="Verdana"/>
              </a:defRPr>
            </a:lvl5pPr>
            <a:lvl6pPr marL="0" marR="0" lvl="5" indent="0" algn="r" rtl="0">
              <a:lnSpc>
                <a:spcPct val="100000"/>
              </a:lnSpc>
              <a:spcBef>
                <a:spcPts val="0"/>
              </a:spcBef>
              <a:spcAft>
                <a:spcPts val="0"/>
              </a:spcAft>
              <a:buClr>
                <a:srgbClr val="000000"/>
              </a:buClr>
              <a:buSzPts val="1000"/>
              <a:buFont typeface="Arial"/>
              <a:buNone/>
              <a:defRPr sz="1000" i="0" u="none" strike="noStrike" cap="none">
                <a:latin typeface="Verdana"/>
                <a:ea typeface="Verdana"/>
                <a:cs typeface="Verdana"/>
                <a:sym typeface="Verdana"/>
              </a:defRPr>
            </a:lvl6pPr>
            <a:lvl7pPr marL="0" marR="0" lvl="6" indent="0" algn="r" rtl="0">
              <a:lnSpc>
                <a:spcPct val="100000"/>
              </a:lnSpc>
              <a:spcBef>
                <a:spcPts val="0"/>
              </a:spcBef>
              <a:spcAft>
                <a:spcPts val="0"/>
              </a:spcAft>
              <a:buClr>
                <a:srgbClr val="000000"/>
              </a:buClr>
              <a:buSzPts val="1000"/>
              <a:buFont typeface="Arial"/>
              <a:buNone/>
              <a:defRPr sz="1000" i="0" u="none" strike="noStrike" cap="none">
                <a:latin typeface="Verdana"/>
                <a:ea typeface="Verdana"/>
                <a:cs typeface="Verdana"/>
                <a:sym typeface="Verdana"/>
              </a:defRPr>
            </a:lvl7pPr>
            <a:lvl8pPr marL="0" marR="0" lvl="7" indent="0" algn="r" rtl="0">
              <a:lnSpc>
                <a:spcPct val="100000"/>
              </a:lnSpc>
              <a:spcBef>
                <a:spcPts val="0"/>
              </a:spcBef>
              <a:spcAft>
                <a:spcPts val="0"/>
              </a:spcAft>
              <a:buClr>
                <a:srgbClr val="000000"/>
              </a:buClr>
              <a:buSzPts val="1000"/>
              <a:buFont typeface="Arial"/>
              <a:buNone/>
              <a:defRPr sz="1000" i="0" u="none" strike="noStrike" cap="none">
                <a:latin typeface="Verdana"/>
                <a:ea typeface="Verdana"/>
                <a:cs typeface="Verdana"/>
                <a:sym typeface="Verdana"/>
              </a:defRPr>
            </a:lvl8pPr>
            <a:lvl9pPr marL="0" marR="0" lvl="8" indent="0" algn="r" rtl="0">
              <a:lnSpc>
                <a:spcPct val="100000"/>
              </a:lnSpc>
              <a:spcBef>
                <a:spcPts val="0"/>
              </a:spcBef>
              <a:spcAft>
                <a:spcPts val="0"/>
              </a:spcAft>
              <a:buClr>
                <a:srgbClr val="000000"/>
              </a:buClr>
              <a:buSzPts val="1000"/>
              <a:buFont typeface="Arial"/>
              <a:buNone/>
              <a:defRPr sz="1000" i="0" u="none" strike="noStrike" cap="none">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
              <a:t>‹#›</a:t>
            </a:fld>
            <a:endParaRPr/>
          </a:p>
        </p:txBody>
      </p:sp>
      <p:sp>
        <p:nvSpPr>
          <p:cNvPr id="74" name="Google Shape;74;p14"/>
          <p:cNvSpPr txBox="1">
            <a:spLocks noGrp="1"/>
          </p:cNvSpPr>
          <p:nvPr>
            <p:ph type="subTitle" idx="3"/>
          </p:nvPr>
        </p:nvSpPr>
        <p:spPr>
          <a:xfrm>
            <a:off x="386975" y="864000"/>
            <a:ext cx="8368200" cy="842700"/>
          </a:xfrm>
          <a:prstGeom prst="rect">
            <a:avLst/>
          </a:prstGeom>
          <a:noFill/>
          <a:ln>
            <a:noFill/>
          </a:ln>
        </p:spPr>
        <p:txBody>
          <a:bodyPr spcFirstLastPara="1" wrap="square" lIns="91425" tIns="91425" rIns="91425" bIns="91425" anchor="t" anchorCtr="0">
            <a:normAutofit/>
          </a:bodyPr>
          <a:lstStyle>
            <a:lvl1pPr lvl="0" algn="l" rtl="0">
              <a:lnSpc>
                <a:spcPct val="100000"/>
              </a:lnSpc>
              <a:spcBef>
                <a:spcPts val="0"/>
              </a:spcBef>
              <a:spcAft>
                <a:spcPts val="0"/>
              </a:spcAft>
              <a:buSzPts val="1500"/>
              <a:buFont typeface="Verdana"/>
              <a:buNone/>
              <a:defRPr sz="1500">
                <a:latin typeface="Verdana"/>
                <a:ea typeface="Verdana"/>
                <a:cs typeface="Verdana"/>
                <a:sym typeface="Verdana"/>
              </a:defRPr>
            </a:lvl1pPr>
            <a:lvl2pPr lvl="1" algn="ctr" rtl="0">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2pPr>
            <a:lvl3pPr lvl="2" algn="ctr" rtl="0">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3pPr>
            <a:lvl4pPr lvl="3" algn="ctr" rtl="0">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4pPr>
            <a:lvl5pPr lvl="4" algn="ctr" rtl="0">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5pPr>
            <a:lvl6pPr lvl="5" algn="ctr" rtl="0">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6pPr>
            <a:lvl7pPr lvl="6" algn="ctr" rtl="0">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7pPr>
            <a:lvl8pPr lvl="7" algn="ctr" rtl="0">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8pPr>
            <a:lvl9pPr lvl="8" algn="ctr" rtl="0">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9pPr>
          </a:lstStyle>
          <a:p>
            <a:endParaRPr/>
          </a:p>
        </p:txBody>
      </p:sp>
      <p:sp>
        <p:nvSpPr>
          <p:cNvPr id="75" name="Google Shape;75;p14"/>
          <p:cNvSpPr txBox="1">
            <a:spLocks noGrp="1"/>
          </p:cNvSpPr>
          <p:nvPr>
            <p:ph type="body" idx="4"/>
          </p:nvPr>
        </p:nvSpPr>
        <p:spPr>
          <a:xfrm>
            <a:off x="4813725" y="3822525"/>
            <a:ext cx="3999900" cy="208200"/>
          </a:xfrm>
          <a:prstGeom prst="rect">
            <a:avLst/>
          </a:prstGeom>
          <a:noFill/>
          <a:ln>
            <a:noFill/>
          </a:ln>
        </p:spPr>
        <p:txBody>
          <a:bodyPr spcFirstLastPara="1" wrap="square" lIns="91425" tIns="91425" rIns="91425" bIns="91425" anchor="t" anchorCtr="0">
            <a:normAutofit/>
          </a:bodyPr>
          <a:lstStyle>
            <a:lvl1pPr marL="457200" lvl="0" indent="-273050" algn="r" rtl="0">
              <a:lnSpc>
                <a:spcPct val="115000"/>
              </a:lnSpc>
              <a:spcBef>
                <a:spcPts val="0"/>
              </a:spcBef>
              <a:spcAft>
                <a:spcPts val="0"/>
              </a:spcAft>
              <a:buSzPts val="700"/>
              <a:buFont typeface="Verdana"/>
              <a:buChar char="●"/>
              <a:defRPr sz="700">
                <a:latin typeface="Verdana"/>
                <a:ea typeface="Verdana"/>
                <a:cs typeface="Verdana"/>
                <a:sym typeface="Verdana"/>
              </a:defRPr>
            </a:lvl1pPr>
            <a:lvl2pPr marL="914400" lvl="1" indent="-260350" algn="r" rtl="0">
              <a:lnSpc>
                <a:spcPct val="115000"/>
              </a:lnSpc>
              <a:spcBef>
                <a:spcPts val="0"/>
              </a:spcBef>
              <a:spcAft>
                <a:spcPts val="0"/>
              </a:spcAft>
              <a:buSzPts val="500"/>
              <a:buFont typeface="Verdana"/>
              <a:buChar char="○"/>
              <a:defRPr sz="500">
                <a:latin typeface="Verdana"/>
                <a:ea typeface="Verdana"/>
                <a:cs typeface="Verdana"/>
                <a:sym typeface="Verdana"/>
              </a:defRPr>
            </a:lvl2pPr>
            <a:lvl3pPr marL="1371600" lvl="2" indent="-260350" algn="r" rtl="0">
              <a:lnSpc>
                <a:spcPct val="115000"/>
              </a:lnSpc>
              <a:spcBef>
                <a:spcPts val="0"/>
              </a:spcBef>
              <a:spcAft>
                <a:spcPts val="0"/>
              </a:spcAft>
              <a:buSzPts val="500"/>
              <a:buFont typeface="Verdana"/>
              <a:buChar char="■"/>
              <a:defRPr sz="500">
                <a:latin typeface="Verdana"/>
                <a:ea typeface="Verdana"/>
                <a:cs typeface="Verdana"/>
                <a:sym typeface="Verdana"/>
              </a:defRPr>
            </a:lvl3pPr>
            <a:lvl4pPr marL="1828800" lvl="3" indent="-260350" algn="r" rtl="0">
              <a:lnSpc>
                <a:spcPct val="115000"/>
              </a:lnSpc>
              <a:spcBef>
                <a:spcPts val="0"/>
              </a:spcBef>
              <a:spcAft>
                <a:spcPts val="0"/>
              </a:spcAft>
              <a:buSzPts val="500"/>
              <a:buFont typeface="Verdana"/>
              <a:buChar char="●"/>
              <a:defRPr sz="500">
                <a:latin typeface="Verdana"/>
                <a:ea typeface="Verdana"/>
                <a:cs typeface="Verdana"/>
                <a:sym typeface="Verdana"/>
              </a:defRPr>
            </a:lvl4pPr>
            <a:lvl5pPr marL="2286000" lvl="4" indent="-260350" algn="r" rtl="0">
              <a:lnSpc>
                <a:spcPct val="115000"/>
              </a:lnSpc>
              <a:spcBef>
                <a:spcPts val="0"/>
              </a:spcBef>
              <a:spcAft>
                <a:spcPts val="0"/>
              </a:spcAft>
              <a:buSzPts val="500"/>
              <a:buFont typeface="Verdana"/>
              <a:buChar char="○"/>
              <a:defRPr sz="500">
                <a:latin typeface="Verdana"/>
                <a:ea typeface="Verdana"/>
                <a:cs typeface="Verdana"/>
                <a:sym typeface="Verdana"/>
              </a:defRPr>
            </a:lvl5pPr>
            <a:lvl6pPr marL="2743200" lvl="5" indent="-260350" algn="r" rtl="0">
              <a:lnSpc>
                <a:spcPct val="115000"/>
              </a:lnSpc>
              <a:spcBef>
                <a:spcPts val="0"/>
              </a:spcBef>
              <a:spcAft>
                <a:spcPts val="0"/>
              </a:spcAft>
              <a:buSzPts val="500"/>
              <a:buFont typeface="Verdana"/>
              <a:buChar char="■"/>
              <a:defRPr sz="500">
                <a:latin typeface="Verdana"/>
                <a:ea typeface="Verdana"/>
                <a:cs typeface="Verdana"/>
                <a:sym typeface="Verdana"/>
              </a:defRPr>
            </a:lvl6pPr>
            <a:lvl7pPr marL="3200400" lvl="6" indent="-260350" algn="r" rtl="0">
              <a:lnSpc>
                <a:spcPct val="115000"/>
              </a:lnSpc>
              <a:spcBef>
                <a:spcPts val="0"/>
              </a:spcBef>
              <a:spcAft>
                <a:spcPts val="0"/>
              </a:spcAft>
              <a:buSzPts val="500"/>
              <a:buFont typeface="Verdana"/>
              <a:buChar char="●"/>
              <a:defRPr sz="500">
                <a:latin typeface="Verdana"/>
                <a:ea typeface="Verdana"/>
                <a:cs typeface="Verdana"/>
                <a:sym typeface="Verdana"/>
              </a:defRPr>
            </a:lvl7pPr>
            <a:lvl8pPr marL="3657600" lvl="7" indent="-260350" algn="r" rtl="0">
              <a:lnSpc>
                <a:spcPct val="115000"/>
              </a:lnSpc>
              <a:spcBef>
                <a:spcPts val="0"/>
              </a:spcBef>
              <a:spcAft>
                <a:spcPts val="0"/>
              </a:spcAft>
              <a:buSzPts val="500"/>
              <a:buFont typeface="Verdana"/>
              <a:buChar char="○"/>
              <a:defRPr sz="500">
                <a:latin typeface="Verdana"/>
                <a:ea typeface="Verdana"/>
                <a:cs typeface="Verdana"/>
                <a:sym typeface="Verdana"/>
              </a:defRPr>
            </a:lvl8pPr>
            <a:lvl9pPr marL="4114800" lvl="8" indent="-260350" algn="r" rtl="0">
              <a:lnSpc>
                <a:spcPct val="115000"/>
              </a:lnSpc>
              <a:spcBef>
                <a:spcPts val="0"/>
              </a:spcBef>
              <a:spcAft>
                <a:spcPts val="0"/>
              </a:spcAft>
              <a:buSzPts val="500"/>
              <a:buFont typeface="Verdana"/>
              <a:buChar char="■"/>
              <a:defRPr sz="500">
                <a:latin typeface="Verdana"/>
                <a:ea typeface="Verdana"/>
                <a:cs typeface="Verdana"/>
                <a:sym typeface="Verdana"/>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rina">
    <p:bg>
      <p:bgPr>
        <a:blipFill>
          <a:blip r:embed="rId15">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87900" y="458025"/>
            <a:ext cx="8368200" cy="686100"/>
          </a:xfrm>
          <a:prstGeom prst="rect">
            <a:avLst/>
          </a:prstGeom>
          <a:noFill/>
          <a:ln>
            <a:noFill/>
          </a:ln>
        </p:spPr>
        <p:txBody>
          <a:bodyPr spcFirstLastPara="1" wrap="square" lIns="91425" tIns="91425" rIns="91425" bIns="91425" anchor="b" anchorCtr="0">
            <a:normAutofit/>
          </a:bodyPr>
          <a:lstStyle>
            <a:lvl1pPr lvl="0">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1pPr>
            <a:lvl2pPr lvl="1">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2pPr>
            <a:lvl3pPr lvl="2">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3pPr>
            <a:lvl4pPr lvl="3">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4pPr>
            <a:lvl5pPr lvl="4">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5pPr>
            <a:lvl6pPr lvl="5">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6pPr>
            <a:lvl7pPr lvl="6">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7pPr>
            <a:lvl8pPr lvl="7">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8pPr>
            <a:lvl9pPr lvl="8">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9pPr>
          </a:lstStyle>
          <a:p>
            <a:endParaRPr dirty="0"/>
          </a:p>
        </p:txBody>
      </p:sp>
      <p:sp>
        <p:nvSpPr>
          <p:cNvPr id="7" name="Google Shape;7;p1"/>
          <p:cNvSpPr txBox="1">
            <a:spLocks noGrp="1"/>
          </p:cNvSpPr>
          <p:nvPr>
            <p:ph type="body" idx="1"/>
          </p:nvPr>
        </p:nvSpPr>
        <p:spPr>
          <a:xfrm>
            <a:off x="387900" y="1489824"/>
            <a:ext cx="8368200" cy="3078900"/>
          </a:xfrm>
          <a:prstGeom prst="rect">
            <a:avLst/>
          </a:prstGeom>
          <a:noFill/>
          <a:ln>
            <a:noFill/>
          </a:ln>
        </p:spPr>
        <p:txBody>
          <a:bodyPr spcFirstLastPara="1" wrap="square" lIns="91425" tIns="91425" rIns="91425" bIns="91425" anchor="t" anchorCtr="0">
            <a:normAutofit/>
          </a:bodyPr>
          <a:lstStyle>
            <a:lvl1pPr marL="457200" lvl="0"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1pPr>
            <a:lvl2pPr marL="914400" lvl="1"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2pPr>
            <a:lvl3pPr marL="1371600" lvl="2"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3pPr>
            <a:lvl4pPr marL="1828800" lvl="3"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4pPr>
            <a:lvl5pPr marL="2286000" lvl="4"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5pPr>
            <a:lvl6pPr marL="2743200" lvl="5"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6pPr>
            <a:lvl7pPr marL="3200400" lvl="6"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7pPr>
            <a:lvl8pPr marL="3657600" lvl="7"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8pPr>
            <a:lvl9pPr marL="4114800" lvl="8"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1"/>
                </a:solidFill>
                <a:latin typeface="Roboto"/>
                <a:ea typeface="Roboto"/>
                <a:cs typeface="Roboto"/>
                <a:sym typeface="Roboto"/>
              </a:defRPr>
            </a:lvl1pPr>
            <a:lvl2pPr lvl="1" algn="r">
              <a:buNone/>
              <a:defRPr sz="1000">
                <a:solidFill>
                  <a:schemeClr val="dk1"/>
                </a:solidFill>
                <a:latin typeface="Roboto"/>
                <a:ea typeface="Roboto"/>
                <a:cs typeface="Roboto"/>
                <a:sym typeface="Roboto"/>
              </a:defRPr>
            </a:lvl2pPr>
            <a:lvl3pPr lvl="2" algn="r">
              <a:buNone/>
              <a:defRPr sz="1000">
                <a:solidFill>
                  <a:schemeClr val="dk1"/>
                </a:solidFill>
                <a:latin typeface="Roboto"/>
                <a:ea typeface="Roboto"/>
                <a:cs typeface="Roboto"/>
                <a:sym typeface="Roboto"/>
              </a:defRPr>
            </a:lvl3pPr>
            <a:lvl4pPr lvl="3" algn="r">
              <a:buNone/>
              <a:defRPr sz="1000">
                <a:solidFill>
                  <a:schemeClr val="dk1"/>
                </a:solidFill>
                <a:latin typeface="Roboto"/>
                <a:ea typeface="Roboto"/>
                <a:cs typeface="Roboto"/>
                <a:sym typeface="Roboto"/>
              </a:defRPr>
            </a:lvl4pPr>
            <a:lvl5pPr lvl="4" algn="r">
              <a:buNone/>
              <a:defRPr sz="1000">
                <a:solidFill>
                  <a:schemeClr val="dk1"/>
                </a:solidFill>
                <a:latin typeface="Roboto"/>
                <a:ea typeface="Roboto"/>
                <a:cs typeface="Roboto"/>
                <a:sym typeface="Roboto"/>
              </a:defRPr>
            </a:lvl5pPr>
            <a:lvl6pPr lvl="5" algn="r">
              <a:buNone/>
              <a:defRPr sz="1000">
                <a:solidFill>
                  <a:schemeClr val="dk1"/>
                </a:solidFill>
                <a:latin typeface="Roboto"/>
                <a:ea typeface="Roboto"/>
                <a:cs typeface="Roboto"/>
                <a:sym typeface="Roboto"/>
              </a:defRPr>
            </a:lvl6pPr>
            <a:lvl7pPr lvl="6" algn="r">
              <a:buNone/>
              <a:defRPr sz="1000">
                <a:solidFill>
                  <a:schemeClr val="dk1"/>
                </a:solidFill>
                <a:latin typeface="Roboto"/>
                <a:ea typeface="Roboto"/>
                <a:cs typeface="Roboto"/>
                <a:sym typeface="Roboto"/>
              </a:defRPr>
            </a:lvl7pPr>
            <a:lvl8pPr lvl="7" algn="r">
              <a:buNone/>
              <a:defRPr sz="1000">
                <a:solidFill>
                  <a:schemeClr val="dk1"/>
                </a:solidFill>
                <a:latin typeface="Roboto"/>
                <a:ea typeface="Roboto"/>
                <a:cs typeface="Roboto"/>
                <a:sym typeface="Roboto"/>
              </a:defRPr>
            </a:lvl8pPr>
            <a:lvl9pPr lvl="8" algn="r">
              <a:buNone/>
              <a:defRPr sz="1000">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12.xml"/><Relationship Id="rId5" Type="http://schemas.openxmlformats.org/officeDocument/2006/relationships/image" Target="../media/image25.png"/><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300" b="0" i="0">
                <a:solidFill>
                  <a:srgbClr val="FFFFFF"/>
                </a:solidFill>
                <a:latin typeface="Proxima Nova"/>
              </a:defRPr>
            </a:pPr>
            <a:endParaRPr/>
          </a:p>
        </p:txBody>
      </p:sp>
      <p:sp>
        <p:nvSpPr>
          <p:cNvPr id="7" name="Rectangle 6"/>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28600" y="1937295"/>
            <a:ext cx="8686800" cy="914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28600" y="1937295"/>
            <a:ext cx="8686800" cy="914400"/>
          </a:xfrm>
          <a:prstGeom prst="rect">
            <a:avLst/>
          </a:prstGeom>
          <a:noFill/>
          <a:ln>
            <a:noFill/>
          </a:ln>
        </p:spPr>
        <p:txBody>
          <a:bodyPr wrap="square" lIns="0" tIns="0" rIns="0" bIns="0" anchor="t">
            <a:spAutoFit/>
          </a:bodyPr>
          <a:lstStyle/>
          <a:p>
            <a:pPr algn="l"/>
            <a:r>
              <a:rPr sz="3000" b="0" i="0" dirty="0">
                <a:solidFill>
                  <a:srgbClr val="FFFFFF"/>
                </a:solidFill>
                <a:latin typeface="Proxima Nova"/>
              </a:rPr>
              <a:t>Exploring Existing Management Practices and Business Culture in Nepal</a:t>
            </a:r>
          </a:p>
        </p:txBody>
      </p:sp>
      <p:sp>
        <p:nvSpPr>
          <p:cNvPr id="2" name="Rectangle 1">
            <a:extLst>
              <a:ext uri="{FF2B5EF4-FFF2-40B4-BE49-F238E27FC236}">
                <a16:creationId xmlns:a16="http://schemas.microsoft.com/office/drawing/2014/main" id="{9FA16FC0-FA25-0AFE-C6FC-719F4A4CF03E}"/>
              </a:ext>
            </a:extLst>
          </p:cNvPr>
          <p:cNvSpPr/>
          <p:nvPr/>
        </p:nvSpPr>
        <p:spPr>
          <a:xfrm>
            <a:off x="228600" y="340250"/>
            <a:ext cx="8523488" cy="954107"/>
          </a:xfrm>
          <a:prstGeom prst="rect">
            <a:avLst/>
          </a:prstGeom>
          <a:noFill/>
        </p:spPr>
        <p:txBody>
          <a:bodyPr wrap="none" lIns="91440" tIns="45720" rIns="91440" bIns="45720">
            <a:spAutoFit/>
          </a:bodyPr>
          <a:lstStyle/>
          <a:p>
            <a:r>
              <a:rPr lang="en-US" sz="28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Exo 2 Medium" panose="00000600000000000000" pitchFamily="2" charset="0"/>
                <a:cs typeface="Catamaran Black" panose="00000A00000000000000" pitchFamily="2" charset="0"/>
              </a:rPr>
              <a:t>Existing management practices &amp; business culture</a:t>
            </a:r>
          </a:p>
          <a:p>
            <a:r>
              <a:rPr lang="en-US" sz="28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Exo 2 Medium" panose="00000600000000000000" pitchFamily="2" charset="0"/>
                <a:cs typeface="Catamaran Black" panose="00000A00000000000000" pitchFamily="2" charset="0"/>
              </a:rPr>
              <a:t>Major Problems of b</a:t>
            </a:r>
            <a:r>
              <a:rPr lang="en-US" sz="28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Exo 2 Medium" panose="00000600000000000000" pitchFamily="2" charset="0"/>
                <a:cs typeface="Catamaran Black" panose="00000A00000000000000" pitchFamily="2" charset="0"/>
              </a:rPr>
              <a:t>usiness in Nepal</a:t>
            </a:r>
            <a:endParaRPr lang="en-US" sz="28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Exo 2 Medium" panose="00000600000000000000" pitchFamily="2" charset="0"/>
              <a:cs typeface="Catamaran Black" panose="00000A00000000000000" pitchFamily="2"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t>Agenda</a:t>
            </a:r>
          </a:p>
        </p:txBody>
      </p:sp>
      <p:sp>
        <p:nvSpPr>
          <p:cNvPr id="4" name="Subtitle 3"/>
          <p:cNvSpPr>
            <a:spLocks noGrp="1"/>
          </p:cNvSpPr>
          <p:nvPr>
            <p:ph type="subTitle" idx="2"/>
          </p:nvPr>
        </p:nvSpPr>
        <p:spPr/>
        <p:txBody>
          <a:bodyPr>
            <a:normAutofit/>
          </a:bodyPr>
          <a:lstStyle/>
          <a:p>
            <a:endParaRP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300" b="0" i="0">
                <a:solidFill>
                  <a:srgbClr val="FFFFFF"/>
                </a:solidFill>
                <a:latin typeface="Proxima Nova"/>
              </a:defRPr>
            </a:pPr>
            <a:endParaRPr/>
          </a:p>
        </p:txBody>
      </p:sp>
      <p:sp>
        <p:nvSpPr>
          <p:cNvPr id="7" name="Rectangle 6"/>
          <p:cNvSpPr/>
          <p:nvPr/>
        </p:nvSpPr>
        <p:spPr>
          <a:xfrm>
            <a:off x="914400" y="1508670"/>
            <a:ext cx="73152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066800" y="1508670"/>
            <a:ext cx="7010400" cy="2667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66800" y="1508670"/>
            <a:ext cx="228600" cy="2667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162050" y="1508670"/>
            <a:ext cx="38100" cy="2667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1066800" y="1508670"/>
            <a:ext cx="228600" cy="228600"/>
          </a:xfrm>
          <a:prstGeom prst="roundRect">
            <a:avLst>
              <a:gd name="adj" fmla="val 100000"/>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66800" y="1508670"/>
            <a:ext cx="228600" cy="228600"/>
          </a:xfrm>
          <a:prstGeom prst="rect">
            <a:avLst/>
          </a:prstGeom>
          <a:noFill/>
          <a:ln>
            <a:noFill/>
          </a:ln>
        </p:spPr>
        <p:txBody>
          <a:bodyPr wrap="square" lIns="0" tIns="0" rIns="0" bIns="0" anchor="ctr">
            <a:spAutoFit/>
          </a:bodyPr>
          <a:lstStyle/>
          <a:p>
            <a:pPr algn="ctr"/>
            <a:r>
              <a:rPr sz="1300" b="0" i="0">
                <a:solidFill>
                  <a:srgbClr val="FFFFFF"/>
                </a:solidFill>
                <a:latin typeface="Proxima Nova"/>
              </a:rPr>
              <a:t>1</a:t>
            </a:r>
          </a:p>
        </p:txBody>
      </p:sp>
      <p:sp>
        <p:nvSpPr>
          <p:cNvPr id="13" name="Rectangle 12"/>
          <p:cNvSpPr/>
          <p:nvPr/>
        </p:nvSpPr>
        <p:spPr>
          <a:xfrm>
            <a:off x="1295400" y="1508670"/>
            <a:ext cx="6781800" cy="2286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447800" y="1508670"/>
            <a:ext cx="6629400" cy="2286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447800" y="1508670"/>
            <a:ext cx="6629400" cy="228600"/>
          </a:xfrm>
          <a:prstGeom prst="rect">
            <a:avLst/>
          </a:prstGeom>
          <a:noFill/>
          <a:ln>
            <a:noFill/>
          </a:ln>
        </p:spPr>
        <p:txBody>
          <a:bodyPr wrap="square" lIns="0" tIns="0" rIns="0" bIns="0" anchor="t">
            <a:spAutoFit/>
          </a:bodyPr>
          <a:lstStyle/>
          <a:p>
            <a:pPr algn="l"/>
            <a:r>
              <a:rPr sz="1500" b="0" i="0">
                <a:solidFill>
                  <a:srgbClr val="FFFFFF"/>
                </a:solidFill>
                <a:latin typeface="Proxima Nova"/>
              </a:rPr>
              <a:t>Introduction to Management Practices and Business Culture in Nepal</a:t>
            </a:r>
          </a:p>
        </p:txBody>
      </p:sp>
      <p:sp>
        <p:nvSpPr>
          <p:cNvPr id="16" name="Rectangle 15"/>
          <p:cNvSpPr/>
          <p:nvPr/>
        </p:nvSpPr>
        <p:spPr>
          <a:xfrm>
            <a:off x="1066800" y="1775370"/>
            <a:ext cx="7010400" cy="2667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1066800" y="1775370"/>
            <a:ext cx="228600" cy="2667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1162050" y="1775370"/>
            <a:ext cx="38100" cy="2667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1066800" y="1775370"/>
            <a:ext cx="228600" cy="228600"/>
          </a:xfrm>
          <a:prstGeom prst="roundRect">
            <a:avLst>
              <a:gd name="adj" fmla="val 100000"/>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66800" y="1775370"/>
            <a:ext cx="228600" cy="228600"/>
          </a:xfrm>
          <a:prstGeom prst="rect">
            <a:avLst/>
          </a:prstGeom>
          <a:noFill/>
          <a:ln>
            <a:noFill/>
          </a:ln>
        </p:spPr>
        <p:txBody>
          <a:bodyPr wrap="square" lIns="0" tIns="0" rIns="0" bIns="0" anchor="ctr">
            <a:spAutoFit/>
          </a:bodyPr>
          <a:lstStyle/>
          <a:p>
            <a:pPr algn="ctr"/>
            <a:r>
              <a:rPr sz="1300" b="0" i="0">
                <a:solidFill>
                  <a:srgbClr val="FFFFFF"/>
                </a:solidFill>
                <a:latin typeface="Proxima Nova"/>
              </a:rPr>
              <a:t>2</a:t>
            </a:r>
          </a:p>
        </p:txBody>
      </p:sp>
      <p:sp>
        <p:nvSpPr>
          <p:cNvPr id="21" name="Rectangle 20"/>
          <p:cNvSpPr/>
          <p:nvPr/>
        </p:nvSpPr>
        <p:spPr>
          <a:xfrm>
            <a:off x="1295400" y="1775370"/>
            <a:ext cx="6781800" cy="2286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1447800" y="1775370"/>
            <a:ext cx="6629400" cy="2286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447800" y="1775370"/>
            <a:ext cx="6629400" cy="228600"/>
          </a:xfrm>
          <a:prstGeom prst="rect">
            <a:avLst/>
          </a:prstGeom>
          <a:noFill/>
          <a:ln>
            <a:noFill/>
          </a:ln>
        </p:spPr>
        <p:txBody>
          <a:bodyPr wrap="square" lIns="0" tIns="0" rIns="0" bIns="0" anchor="t">
            <a:spAutoFit/>
          </a:bodyPr>
          <a:lstStyle/>
          <a:p>
            <a:pPr algn="l"/>
            <a:r>
              <a:rPr sz="1500" b="0" i="0">
                <a:solidFill>
                  <a:srgbClr val="FFFFFF"/>
                </a:solidFill>
                <a:latin typeface="Proxima Nova"/>
              </a:rPr>
              <a:t>Defining Management Practices in Nepalese Context</a:t>
            </a:r>
          </a:p>
        </p:txBody>
      </p:sp>
      <p:sp>
        <p:nvSpPr>
          <p:cNvPr id="24" name="Rectangle 23"/>
          <p:cNvSpPr/>
          <p:nvPr/>
        </p:nvSpPr>
        <p:spPr>
          <a:xfrm>
            <a:off x="1066800" y="2042070"/>
            <a:ext cx="7010400" cy="2667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1066800" y="2042070"/>
            <a:ext cx="228600" cy="2667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1162050" y="2042070"/>
            <a:ext cx="38100" cy="2667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1066800" y="2042070"/>
            <a:ext cx="228600" cy="228600"/>
          </a:xfrm>
          <a:prstGeom prst="roundRect">
            <a:avLst>
              <a:gd name="adj" fmla="val 100000"/>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66800" y="2042070"/>
            <a:ext cx="228600" cy="228600"/>
          </a:xfrm>
          <a:prstGeom prst="rect">
            <a:avLst/>
          </a:prstGeom>
          <a:noFill/>
          <a:ln>
            <a:noFill/>
          </a:ln>
        </p:spPr>
        <p:txBody>
          <a:bodyPr wrap="square" lIns="0" tIns="0" rIns="0" bIns="0" anchor="ctr">
            <a:spAutoFit/>
          </a:bodyPr>
          <a:lstStyle/>
          <a:p>
            <a:pPr algn="ctr"/>
            <a:r>
              <a:rPr sz="1300" b="0" i="0">
                <a:solidFill>
                  <a:srgbClr val="FFFFFF"/>
                </a:solidFill>
                <a:latin typeface="Proxima Nova"/>
              </a:rPr>
              <a:t>3</a:t>
            </a:r>
          </a:p>
        </p:txBody>
      </p:sp>
      <p:sp>
        <p:nvSpPr>
          <p:cNvPr id="29" name="Rectangle 28"/>
          <p:cNvSpPr/>
          <p:nvPr/>
        </p:nvSpPr>
        <p:spPr>
          <a:xfrm>
            <a:off x="1295400" y="2042070"/>
            <a:ext cx="6781800" cy="2286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1447800" y="2042070"/>
            <a:ext cx="6629400" cy="2286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447800" y="2042070"/>
            <a:ext cx="6629400" cy="228600"/>
          </a:xfrm>
          <a:prstGeom prst="rect">
            <a:avLst/>
          </a:prstGeom>
          <a:noFill/>
          <a:ln>
            <a:noFill/>
          </a:ln>
        </p:spPr>
        <p:txBody>
          <a:bodyPr wrap="square" lIns="0" tIns="0" rIns="0" bIns="0" anchor="t">
            <a:spAutoFit/>
          </a:bodyPr>
          <a:lstStyle/>
          <a:p>
            <a:pPr algn="l"/>
            <a:r>
              <a:rPr sz="1500" b="0" i="0">
                <a:solidFill>
                  <a:srgbClr val="FFFFFF"/>
                </a:solidFill>
                <a:latin typeface="Proxima Nova"/>
              </a:rPr>
              <a:t>Understanding Business Culture in Nepal</a:t>
            </a:r>
          </a:p>
        </p:txBody>
      </p:sp>
      <p:sp>
        <p:nvSpPr>
          <p:cNvPr id="32" name="Rectangle 31"/>
          <p:cNvSpPr/>
          <p:nvPr/>
        </p:nvSpPr>
        <p:spPr>
          <a:xfrm>
            <a:off x="1066800" y="2308770"/>
            <a:ext cx="7010400" cy="2667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1066800" y="2308770"/>
            <a:ext cx="228600" cy="2667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1162050" y="2308770"/>
            <a:ext cx="38100" cy="2667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1066800" y="2308770"/>
            <a:ext cx="228600" cy="228600"/>
          </a:xfrm>
          <a:prstGeom prst="roundRect">
            <a:avLst>
              <a:gd name="adj" fmla="val 100000"/>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66800" y="2308770"/>
            <a:ext cx="228600" cy="228600"/>
          </a:xfrm>
          <a:prstGeom prst="rect">
            <a:avLst/>
          </a:prstGeom>
          <a:noFill/>
          <a:ln>
            <a:noFill/>
          </a:ln>
        </p:spPr>
        <p:txBody>
          <a:bodyPr wrap="square" lIns="0" tIns="0" rIns="0" bIns="0" anchor="ctr">
            <a:spAutoFit/>
          </a:bodyPr>
          <a:lstStyle/>
          <a:p>
            <a:pPr algn="ctr"/>
            <a:r>
              <a:rPr sz="1300" b="0" i="0">
                <a:solidFill>
                  <a:srgbClr val="FFFFFF"/>
                </a:solidFill>
                <a:latin typeface="Proxima Nova"/>
              </a:rPr>
              <a:t>4</a:t>
            </a:r>
          </a:p>
        </p:txBody>
      </p:sp>
      <p:sp>
        <p:nvSpPr>
          <p:cNvPr id="37" name="Rectangle 36"/>
          <p:cNvSpPr/>
          <p:nvPr/>
        </p:nvSpPr>
        <p:spPr>
          <a:xfrm>
            <a:off x="1295400" y="2308770"/>
            <a:ext cx="6781800" cy="2286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1447800" y="2308770"/>
            <a:ext cx="6629400" cy="2286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447800" y="2308770"/>
            <a:ext cx="6629400" cy="228600"/>
          </a:xfrm>
          <a:prstGeom prst="rect">
            <a:avLst/>
          </a:prstGeom>
          <a:noFill/>
          <a:ln>
            <a:noFill/>
          </a:ln>
        </p:spPr>
        <p:txBody>
          <a:bodyPr wrap="square" lIns="0" tIns="0" rIns="0" bIns="0" anchor="t">
            <a:spAutoFit/>
          </a:bodyPr>
          <a:lstStyle/>
          <a:p>
            <a:pPr algn="l"/>
            <a:r>
              <a:rPr sz="1500" b="0" i="0">
                <a:solidFill>
                  <a:srgbClr val="FFFFFF"/>
                </a:solidFill>
                <a:latin typeface="Proxima Nova"/>
              </a:rPr>
              <a:t>Analysis of the Current State of Business in Nepal</a:t>
            </a:r>
          </a:p>
        </p:txBody>
      </p:sp>
      <p:sp>
        <p:nvSpPr>
          <p:cNvPr id="40" name="Rectangle 39"/>
          <p:cNvSpPr/>
          <p:nvPr/>
        </p:nvSpPr>
        <p:spPr>
          <a:xfrm>
            <a:off x="1066800" y="2575470"/>
            <a:ext cx="7010400" cy="2667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1066800" y="2575470"/>
            <a:ext cx="228600" cy="2667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1162050" y="2575470"/>
            <a:ext cx="38100" cy="2667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1066800" y="2575470"/>
            <a:ext cx="228600" cy="228600"/>
          </a:xfrm>
          <a:prstGeom prst="roundRect">
            <a:avLst>
              <a:gd name="adj" fmla="val 100000"/>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066800" y="2575470"/>
            <a:ext cx="228600" cy="228600"/>
          </a:xfrm>
          <a:prstGeom prst="rect">
            <a:avLst/>
          </a:prstGeom>
          <a:noFill/>
          <a:ln>
            <a:noFill/>
          </a:ln>
        </p:spPr>
        <p:txBody>
          <a:bodyPr wrap="square" lIns="0" tIns="0" rIns="0" bIns="0" anchor="ctr">
            <a:spAutoFit/>
          </a:bodyPr>
          <a:lstStyle/>
          <a:p>
            <a:pPr algn="ctr"/>
            <a:r>
              <a:rPr sz="1300" b="0" i="0">
                <a:solidFill>
                  <a:srgbClr val="FFFFFF"/>
                </a:solidFill>
                <a:latin typeface="Proxima Nova"/>
              </a:rPr>
              <a:t>5</a:t>
            </a:r>
          </a:p>
        </p:txBody>
      </p:sp>
      <p:sp>
        <p:nvSpPr>
          <p:cNvPr id="45" name="Rectangle 44"/>
          <p:cNvSpPr/>
          <p:nvPr/>
        </p:nvSpPr>
        <p:spPr>
          <a:xfrm>
            <a:off x="1295400" y="2575470"/>
            <a:ext cx="6781800" cy="2286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1447800" y="2575470"/>
            <a:ext cx="6629400" cy="2286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1447800" y="2575470"/>
            <a:ext cx="6629400" cy="228600"/>
          </a:xfrm>
          <a:prstGeom prst="rect">
            <a:avLst/>
          </a:prstGeom>
          <a:noFill/>
          <a:ln>
            <a:noFill/>
          </a:ln>
        </p:spPr>
        <p:txBody>
          <a:bodyPr wrap="square" lIns="0" tIns="0" rIns="0" bIns="0" anchor="t">
            <a:spAutoFit/>
          </a:bodyPr>
          <a:lstStyle/>
          <a:p>
            <a:pPr algn="l"/>
            <a:r>
              <a:rPr sz="1500" b="0" i="0">
                <a:solidFill>
                  <a:srgbClr val="FFFFFF"/>
                </a:solidFill>
                <a:latin typeface="Proxima Nova"/>
              </a:rPr>
              <a:t>Major Challenges Facing Businesses in Nepal</a:t>
            </a:r>
          </a:p>
        </p:txBody>
      </p:sp>
      <p:sp>
        <p:nvSpPr>
          <p:cNvPr id="48" name="Rectangle 47"/>
          <p:cNvSpPr/>
          <p:nvPr/>
        </p:nvSpPr>
        <p:spPr>
          <a:xfrm>
            <a:off x="1066800" y="2842170"/>
            <a:ext cx="7010400" cy="2667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1066800" y="2842170"/>
            <a:ext cx="228600" cy="2667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1162050" y="2842170"/>
            <a:ext cx="38100" cy="2667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ounded Rectangle 50"/>
          <p:cNvSpPr/>
          <p:nvPr/>
        </p:nvSpPr>
        <p:spPr>
          <a:xfrm>
            <a:off x="1066800" y="2842170"/>
            <a:ext cx="228600" cy="228600"/>
          </a:xfrm>
          <a:prstGeom prst="roundRect">
            <a:avLst>
              <a:gd name="adj" fmla="val 100000"/>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066800" y="2842170"/>
            <a:ext cx="228600" cy="228600"/>
          </a:xfrm>
          <a:prstGeom prst="rect">
            <a:avLst/>
          </a:prstGeom>
          <a:noFill/>
          <a:ln>
            <a:noFill/>
          </a:ln>
        </p:spPr>
        <p:txBody>
          <a:bodyPr wrap="square" lIns="0" tIns="0" rIns="0" bIns="0" anchor="ctr">
            <a:spAutoFit/>
          </a:bodyPr>
          <a:lstStyle/>
          <a:p>
            <a:pPr algn="ctr"/>
            <a:r>
              <a:rPr sz="1300" b="0" i="0">
                <a:solidFill>
                  <a:srgbClr val="FFFFFF"/>
                </a:solidFill>
                <a:latin typeface="Proxima Nova"/>
              </a:rPr>
              <a:t>6</a:t>
            </a:r>
          </a:p>
        </p:txBody>
      </p:sp>
      <p:sp>
        <p:nvSpPr>
          <p:cNvPr id="53" name="Rectangle 52"/>
          <p:cNvSpPr/>
          <p:nvPr/>
        </p:nvSpPr>
        <p:spPr>
          <a:xfrm>
            <a:off x="1295400" y="2842170"/>
            <a:ext cx="6781800" cy="2286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1447800" y="2842170"/>
            <a:ext cx="6629400" cy="2286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1447800" y="2842170"/>
            <a:ext cx="6629400" cy="228600"/>
          </a:xfrm>
          <a:prstGeom prst="rect">
            <a:avLst/>
          </a:prstGeom>
          <a:noFill/>
          <a:ln>
            <a:noFill/>
          </a:ln>
        </p:spPr>
        <p:txBody>
          <a:bodyPr wrap="square" lIns="0" tIns="0" rIns="0" bIns="0" anchor="t">
            <a:spAutoFit/>
          </a:bodyPr>
          <a:lstStyle/>
          <a:p>
            <a:pPr algn="l"/>
            <a:r>
              <a:rPr sz="1500" b="0" i="0">
                <a:solidFill>
                  <a:srgbClr val="FFFFFF"/>
                </a:solidFill>
                <a:latin typeface="Proxima Nova"/>
              </a:rPr>
              <a:t>Cultural Barriers to Business Success</a:t>
            </a:r>
          </a:p>
        </p:txBody>
      </p:sp>
      <p:sp>
        <p:nvSpPr>
          <p:cNvPr id="56" name="Rectangle 55"/>
          <p:cNvSpPr/>
          <p:nvPr/>
        </p:nvSpPr>
        <p:spPr>
          <a:xfrm>
            <a:off x="1066800" y="3108870"/>
            <a:ext cx="7010400" cy="2667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1066800" y="3108870"/>
            <a:ext cx="228600" cy="2667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1162050" y="3108870"/>
            <a:ext cx="38100" cy="2667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ounded Rectangle 58"/>
          <p:cNvSpPr/>
          <p:nvPr/>
        </p:nvSpPr>
        <p:spPr>
          <a:xfrm>
            <a:off x="1066800" y="3108870"/>
            <a:ext cx="228600" cy="228600"/>
          </a:xfrm>
          <a:prstGeom prst="roundRect">
            <a:avLst>
              <a:gd name="adj" fmla="val 100000"/>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1066800" y="3108870"/>
            <a:ext cx="228600" cy="228600"/>
          </a:xfrm>
          <a:prstGeom prst="rect">
            <a:avLst/>
          </a:prstGeom>
          <a:noFill/>
          <a:ln>
            <a:noFill/>
          </a:ln>
        </p:spPr>
        <p:txBody>
          <a:bodyPr wrap="square" lIns="0" tIns="0" rIns="0" bIns="0" anchor="ctr">
            <a:spAutoFit/>
          </a:bodyPr>
          <a:lstStyle/>
          <a:p>
            <a:pPr algn="ctr"/>
            <a:r>
              <a:rPr sz="1300" b="0" i="0">
                <a:solidFill>
                  <a:srgbClr val="FFFFFF"/>
                </a:solidFill>
                <a:latin typeface="Proxima Nova"/>
              </a:rPr>
              <a:t>7</a:t>
            </a:r>
          </a:p>
        </p:txBody>
      </p:sp>
      <p:sp>
        <p:nvSpPr>
          <p:cNvPr id="61" name="Rectangle 60"/>
          <p:cNvSpPr/>
          <p:nvPr/>
        </p:nvSpPr>
        <p:spPr>
          <a:xfrm>
            <a:off x="1295400" y="3108870"/>
            <a:ext cx="6781800" cy="2286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1447800" y="3108870"/>
            <a:ext cx="6629400" cy="2286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447800" y="3108870"/>
            <a:ext cx="6629400" cy="228600"/>
          </a:xfrm>
          <a:prstGeom prst="rect">
            <a:avLst/>
          </a:prstGeom>
          <a:noFill/>
          <a:ln>
            <a:noFill/>
          </a:ln>
        </p:spPr>
        <p:txBody>
          <a:bodyPr wrap="square" lIns="0" tIns="0" rIns="0" bIns="0" anchor="t">
            <a:spAutoFit/>
          </a:bodyPr>
          <a:lstStyle/>
          <a:p>
            <a:pPr algn="l"/>
            <a:r>
              <a:rPr sz="1500" b="0" i="0">
                <a:solidFill>
                  <a:srgbClr val="FFFFFF"/>
                </a:solidFill>
                <a:latin typeface="Proxima Nova"/>
              </a:rPr>
              <a:t>Impact of Globalization on Local Business Practices</a:t>
            </a:r>
          </a:p>
        </p:txBody>
      </p:sp>
      <p:sp>
        <p:nvSpPr>
          <p:cNvPr id="64" name="Rectangle 63"/>
          <p:cNvSpPr/>
          <p:nvPr/>
        </p:nvSpPr>
        <p:spPr>
          <a:xfrm>
            <a:off x="1066800" y="3375570"/>
            <a:ext cx="7010400" cy="2667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1066800" y="3375570"/>
            <a:ext cx="228600" cy="2667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ectangle 65"/>
          <p:cNvSpPr/>
          <p:nvPr/>
        </p:nvSpPr>
        <p:spPr>
          <a:xfrm>
            <a:off x="1162050" y="3375570"/>
            <a:ext cx="38100" cy="2667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ounded Rectangle 66"/>
          <p:cNvSpPr/>
          <p:nvPr/>
        </p:nvSpPr>
        <p:spPr>
          <a:xfrm>
            <a:off x="1066800" y="3375570"/>
            <a:ext cx="228600" cy="228600"/>
          </a:xfrm>
          <a:prstGeom prst="roundRect">
            <a:avLst>
              <a:gd name="adj" fmla="val 100000"/>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1066800" y="3375570"/>
            <a:ext cx="228600" cy="228600"/>
          </a:xfrm>
          <a:prstGeom prst="rect">
            <a:avLst/>
          </a:prstGeom>
          <a:noFill/>
          <a:ln>
            <a:noFill/>
          </a:ln>
        </p:spPr>
        <p:txBody>
          <a:bodyPr wrap="square" lIns="0" tIns="0" rIns="0" bIns="0" anchor="ctr">
            <a:spAutoFit/>
          </a:bodyPr>
          <a:lstStyle/>
          <a:p>
            <a:pPr algn="ctr"/>
            <a:r>
              <a:rPr sz="1300" b="0" i="0">
                <a:solidFill>
                  <a:srgbClr val="FFFFFF"/>
                </a:solidFill>
                <a:latin typeface="Proxima Nova"/>
              </a:rPr>
              <a:t>8</a:t>
            </a:r>
          </a:p>
        </p:txBody>
      </p:sp>
      <p:sp>
        <p:nvSpPr>
          <p:cNvPr id="69" name="Rectangle 68"/>
          <p:cNvSpPr/>
          <p:nvPr/>
        </p:nvSpPr>
        <p:spPr>
          <a:xfrm>
            <a:off x="1295400" y="3375570"/>
            <a:ext cx="6781800" cy="2286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ectangle 69"/>
          <p:cNvSpPr/>
          <p:nvPr/>
        </p:nvSpPr>
        <p:spPr>
          <a:xfrm>
            <a:off x="1447800" y="3375570"/>
            <a:ext cx="6629400" cy="2286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1447800" y="3375570"/>
            <a:ext cx="6629400" cy="228600"/>
          </a:xfrm>
          <a:prstGeom prst="rect">
            <a:avLst/>
          </a:prstGeom>
          <a:noFill/>
          <a:ln>
            <a:noFill/>
          </a:ln>
        </p:spPr>
        <p:txBody>
          <a:bodyPr wrap="square" lIns="0" tIns="0" rIns="0" bIns="0" anchor="t">
            <a:spAutoFit/>
          </a:bodyPr>
          <a:lstStyle/>
          <a:p>
            <a:pPr algn="l"/>
            <a:r>
              <a:rPr sz="1500" b="0" i="0">
                <a:solidFill>
                  <a:srgbClr val="FFFFFF"/>
                </a:solidFill>
                <a:latin typeface="Proxima Nova"/>
              </a:rPr>
              <a:t>Case Studies: Successful Management Practices in Nepal</a:t>
            </a:r>
          </a:p>
        </p:txBody>
      </p:sp>
      <p:sp>
        <p:nvSpPr>
          <p:cNvPr id="72" name="Rectangle 71"/>
          <p:cNvSpPr/>
          <p:nvPr/>
        </p:nvSpPr>
        <p:spPr>
          <a:xfrm>
            <a:off x="1066800" y="3642270"/>
            <a:ext cx="7010400" cy="2667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ectangle 72"/>
          <p:cNvSpPr/>
          <p:nvPr/>
        </p:nvSpPr>
        <p:spPr>
          <a:xfrm>
            <a:off x="1066800" y="3642270"/>
            <a:ext cx="228600" cy="2667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p:cNvSpPr/>
          <p:nvPr/>
        </p:nvSpPr>
        <p:spPr>
          <a:xfrm>
            <a:off x="1162050" y="3642270"/>
            <a:ext cx="38100" cy="2667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ounded Rectangle 74"/>
          <p:cNvSpPr/>
          <p:nvPr/>
        </p:nvSpPr>
        <p:spPr>
          <a:xfrm>
            <a:off x="1066800" y="3642270"/>
            <a:ext cx="228600" cy="228600"/>
          </a:xfrm>
          <a:prstGeom prst="roundRect">
            <a:avLst>
              <a:gd name="adj" fmla="val 100000"/>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1066800" y="3642270"/>
            <a:ext cx="228600" cy="228600"/>
          </a:xfrm>
          <a:prstGeom prst="rect">
            <a:avLst/>
          </a:prstGeom>
          <a:noFill/>
          <a:ln>
            <a:noFill/>
          </a:ln>
        </p:spPr>
        <p:txBody>
          <a:bodyPr wrap="square" lIns="0" tIns="0" rIns="0" bIns="0" anchor="ctr">
            <a:spAutoFit/>
          </a:bodyPr>
          <a:lstStyle/>
          <a:p>
            <a:pPr algn="ctr"/>
            <a:r>
              <a:rPr sz="1300" b="0" i="0">
                <a:solidFill>
                  <a:srgbClr val="FFFFFF"/>
                </a:solidFill>
                <a:latin typeface="Proxima Nova"/>
              </a:rPr>
              <a:t>9</a:t>
            </a:r>
          </a:p>
        </p:txBody>
      </p:sp>
      <p:sp>
        <p:nvSpPr>
          <p:cNvPr id="77" name="Rectangle 76"/>
          <p:cNvSpPr/>
          <p:nvPr/>
        </p:nvSpPr>
        <p:spPr>
          <a:xfrm>
            <a:off x="1295400" y="3642270"/>
            <a:ext cx="6781800" cy="2286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Rectangle 77"/>
          <p:cNvSpPr/>
          <p:nvPr/>
        </p:nvSpPr>
        <p:spPr>
          <a:xfrm>
            <a:off x="1447800" y="3642270"/>
            <a:ext cx="6629400" cy="2286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1447800" y="3642270"/>
            <a:ext cx="6629400" cy="228600"/>
          </a:xfrm>
          <a:prstGeom prst="rect">
            <a:avLst/>
          </a:prstGeom>
          <a:noFill/>
          <a:ln>
            <a:noFill/>
          </a:ln>
        </p:spPr>
        <p:txBody>
          <a:bodyPr wrap="square" lIns="0" tIns="0" rIns="0" bIns="0" anchor="t">
            <a:spAutoFit/>
          </a:bodyPr>
          <a:lstStyle/>
          <a:p>
            <a:pPr algn="l"/>
            <a:r>
              <a:rPr sz="1500" b="0" i="0">
                <a:solidFill>
                  <a:srgbClr val="FFFFFF"/>
                </a:solidFill>
                <a:latin typeface="Proxima Nova"/>
              </a:rPr>
              <a:t>Innovations in Business Management</a:t>
            </a:r>
          </a:p>
        </p:txBody>
      </p:sp>
      <p:sp>
        <p:nvSpPr>
          <p:cNvPr id="80" name="Rectangle 79"/>
          <p:cNvSpPr/>
          <p:nvPr/>
        </p:nvSpPr>
        <p:spPr>
          <a:xfrm>
            <a:off x="1066800" y="3908970"/>
            <a:ext cx="7010400" cy="2667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Rectangle 80"/>
          <p:cNvSpPr/>
          <p:nvPr/>
        </p:nvSpPr>
        <p:spPr>
          <a:xfrm>
            <a:off x="1066800" y="3908970"/>
            <a:ext cx="228600" cy="2667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Rectangle 81"/>
          <p:cNvSpPr/>
          <p:nvPr/>
        </p:nvSpPr>
        <p:spPr>
          <a:xfrm>
            <a:off x="1162050" y="3908970"/>
            <a:ext cx="38100" cy="2667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Rounded Rectangle 82"/>
          <p:cNvSpPr/>
          <p:nvPr/>
        </p:nvSpPr>
        <p:spPr>
          <a:xfrm>
            <a:off x="1066800" y="3908970"/>
            <a:ext cx="228600" cy="228600"/>
          </a:xfrm>
          <a:prstGeom prst="roundRect">
            <a:avLst>
              <a:gd name="adj" fmla="val 100000"/>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1066800" y="3908970"/>
            <a:ext cx="228600" cy="228600"/>
          </a:xfrm>
          <a:prstGeom prst="rect">
            <a:avLst/>
          </a:prstGeom>
          <a:noFill/>
          <a:ln>
            <a:noFill/>
          </a:ln>
        </p:spPr>
        <p:txBody>
          <a:bodyPr wrap="square" lIns="0" tIns="0" rIns="0" bIns="0" anchor="ctr">
            <a:spAutoFit/>
          </a:bodyPr>
          <a:lstStyle/>
          <a:p>
            <a:pPr algn="ctr"/>
            <a:r>
              <a:rPr sz="1300" b="0" i="0">
                <a:solidFill>
                  <a:srgbClr val="FFFFFF"/>
                </a:solidFill>
                <a:latin typeface="Proxima Nova"/>
              </a:rPr>
              <a:t>10</a:t>
            </a:r>
          </a:p>
        </p:txBody>
      </p:sp>
      <p:sp>
        <p:nvSpPr>
          <p:cNvPr id="85" name="Rectangle 84"/>
          <p:cNvSpPr/>
          <p:nvPr/>
        </p:nvSpPr>
        <p:spPr>
          <a:xfrm>
            <a:off x="1295400" y="3908970"/>
            <a:ext cx="6781800" cy="2286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Rectangle 85"/>
          <p:cNvSpPr/>
          <p:nvPr/>
        </p:nvSpPr>
        <p:spPr>
          <a:xfrm>
            <a:off x="1447800" y="3908970"/>
            <a:ext cx="6629400" cy="2286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1447800" y="3908970"/>
            <a:ext cx="6629400" cy="228600"/>
          </a:xfrm>
          <a:prstGeom prst="rect">
            <a:avLst/>
          </a:prstGeom>
          <a:noFill/>
          <a:ln>
            <a:noFill/>
          </a:ln>
        </p:spPr>
        <p:txBody>
          <a:bodyPr wrap="square" lIns="0" tIns="0" rIns="0" bIns="0" anchor="t">
            <a:spAutoFit/>
          </a:bodyPr>
          <a:lstStyle/>
          <a:p>
            <a:pPr algn="l"/>
            <a:r>
              <a:rPr sz="1500" b="0" i="0">
                <a:solidFill>
                  <a:srgbClr val="FFFFFF"/>
                </a:solidFill>
                <a:latin typeface="Proxima Nova"/>
              </a:rPr>
              <a:t>Future Outlook: Opportunities and Risks</a:t>
            </a:r>
          </a:p>
        </p:txBody>
      </p:sp>
      <p:sp>
        <p:nvSpPr>
          <p:cNvPr id="88" name="Rectangle 87"/>
          <p:cNvSpPr/>
          <p:nvPr/>
        </p:nvSpPr>
        <p:spPr>
          <a:xfrm>
            <a:off x="1066800" y="4175670"/>
            <a:ext cx="7010400" cy="2667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Rectangle 88"/>
          <p:cNvSpPr/>
          <p:nvPr/>
        </p:nvSpPr>
        <p:spPr>
          <a:xfrm>
            <a:off x="1066800" y="4175670"/>
            <a:ext cx="228600" cy="2667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Rectangle 89"/>
          <p:cNvSpPr/>
          <p:nvPr/>
        </p:nvSpPr>
        <p:spPr>
          <a:xfrm>
            <a:off x="1162050" y="4175670"/>
            <a:ext cx="38100" cy="2667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Rounded Rectangle 90"/>
          <p:cNvSpPr/>
          <p:nvPr/>
        </p:nvSpPr>
        <p:spPr>
          <a:xfrm>
            <a:off x="1066800" y="4175670"/>
            <a:ext cx="228600" cy="228600"/>
          </a:xfrm>
          <a:prstGeom prst="roundRect">
            <a:avLst>
              <a:gd name="adj" fmla="val 100000"/>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1066800" y="4175670"/>
            <a:ext cx="228600" cy="228600"/>
          </a:xfrm>
          <a:prstGeom prst="rect">
            <a:avLst/>
          </a:prstGeom>
          <a:noFill/>
          <a:ln>
            <a:noFill/>
          </a:ln>
        </p:spPr>
        <p:txBody>
          <a:bodyPr wrap="square" lIns="0" tIns="0" rIns="0" bIns="0" anchor="ctr">
            <a:spAutoFit/>
          </a:bodyPr>
          <a:lstStyle/>
          <a:p>
            <a:pPr algn="ctr"/>
            <a:r>
              <a:rPr sz="1300" b="0" i="0">
                <a:solidFill>
                  <a:srgbClr val="FFFFFF"/>
                </a:solidFill>
                <a:latin typeface="Proxima Nova"/>
              </a:rPr>
              <a:t>11</a:t>
            </a:r>
          </a:p>
        </p:txBody>
      </p:sp>
      <p:sp>
        <p:nvSpPr>
          <p:cNvPr id="93" name="Rectangle 92"/>
          <p:cNvSpPr/>
          <p:nvPr/>
        </p:nvSpPr>
        <p:spPr>
          <a:xfrm>
            <a:off x="1295400" y="4175670"/>
            <a:ext cx="6781800" cy="2286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Rectangle 93"/>
          <p:cNvSpPr/>
          <p:nvPr/>
        </p:nvSpPr>
        <p:spPr>
          <a:xfrm>
            <a:off x="1447800" y="4175670"/>
            <a:ext cx="6629400" cy="2286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1447800" y="4175670"/>
            <a:ext cx="6629400" cy="228600"/>
          </a:xfrm>
          <a:prstGeom prst="rect">
            <a:avLst/>
          </a:prstGeom>
          <a:noFill/>
          <a:ln>
            <a:noFill/>
          </a:ln>
        </p:spPr>
        <p:txBody>
          <a:bodyPr wrap="square" lIns="0" tIns="0" rIns="0" bIns="0" anchor="t">
            <a:spAutoFit/>
          </a:bodyPr>
          <a:lstStyle/>
          <a:p>
            <a:pPr algn="l"/>
            <a:r>
              <a:rPr sz="1500" b="0" i="0">
                <a:solidFill>
                  <a:srgbClr val="FFFFFF"/>
                </a:solidFill>
                <a:latin typeface="Proxima Nova"/>
              </a:rPr>
              <a:t>Strategies for Improving Business Practices in Nepal</a:t>
            </a:r>
          </a:p>
        </p:txBody>
      </p:sp>
      <p:sp>
        <p:nvSpPr>
          <p:cNvPr id="96" name="Rectangle 95"/>
          <p:cNvSpPr/>
          <p:nvPr/>
        </p:nvSpPr>
        <p:spPr>
          <a:xfrm>
            <a:off x="1066800" y="4442370"/>
            <a:ext cx="7010400" cy="2667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Rectangle 96"/>
          <p:cNvSpPr/>
          <p:nvPr/>
        </p:nvSpPr>
        <p:spPr>
          <a:xfrm>
            <a:off x="1066800" y="4442370"/>
            <a:ext cx="228600" cy="2667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Rectangle 97"/>
          <p:cNvSpPr/>
          <p:nvPr/>
        </p:nvSpPr>
        <p:spPr>
          <a:xfrm>
            <a:off x="1162050" y="4442370"/>
            <a:ext cx="38100" cy="2667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Rounded Rectangle 98"/>
          <p:cNvSpPr/>
          <p:nvPr/>
        </p:nvSpPr>
        <p:spPr>
          <a:xfrm>
            <a:off x="1066800" y="4442370"/>
            <a:ext cx="228600" cy="228600"/>
          </a:xfrm>
          <a:prstGeom prst="roundRect">
            <a:avLst>
              <a:gd name="adj" fmla="val 100000"/>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TextBox 99"/>
          <p:cNvSpPr txBox="1"/>
          <p:nvPr/>
        </p:nvSpPr>
        <p:spPr>
          <a:xfrm>
            <a:off x="1066800" y="4442370"/>
            <a:ext cx="228600" cy="228600"/>
          </a:xfrm>
          <a:prstGeom prst="rect">
            <a:avLst/>
          </a:prstGeom>
          <a:noFill/>
          <a:ln>
            <a:noFill/>
          </a:ln>
        </p:spPr>
        <p:txBody>
          <a:bodyPr wrap="square" lIns="0" tIns="0" rIns="0" bIns="0" anchor="ctr">
            <a:spAutoFit/>
          </a:bodyPr>
          <a:lstStyle/>
          <a:p>
            <a:pPr algn="ctr"/>
            <a:r>
              <a:rPr sz="1300" b="0" i="0">
                <a:solidFill>
                  <a:srgbClr val="FFFFFF"/>
                </a:solidFill>
                <a:latin typeface="Proxima Nova"/>
              </a:rPr>
              <a:t>12</a:t>
            </a:r>
          </a:p>
        </p:txBody>
      </p:sp>
      <p:sp>
        <p:nvSpPr>
          <p:cNvPr id="101" name="Rectangle 100"/>
          <p:cNvSpPr/>
          <p:nvPr/>
        </p:nvSpPr>
        <p:spPr>
          <a:xfrm>
            <a:off x="1295400" y="4442370"/>
            <a:ext cx="6781800" cy="2286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Rectangle 101"/>
          <p:cNvSpPr/>
          <p:nvPr/>
        </p:nvSpPr>
        <p:spPr>
          <a:xfrm>
            <a:off x="1447800" y="4442370"/>
            <a:ext cx="6629400" cy="2286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TextBox 102"/>
          <p:cNvSpPr txBox="1"/>
          <p:nvPr/>
        </p:nvSpPr>
        <p:spPr>
          <a:xfrm>
            <a:off x="1447800" y="4442370"/>
            <a:ext cx="6629400" cy="228600"/>
          </a:xfrm>
          <a:prstGeom prst="rect">
            <a:avLst/>
          </a:prstGeom>
          <a:noFill/>
          <a:ln>
            <a:noFill/>
          </a:ln>
        </p:spPr>
        <p:txBody>
          <a:bodyPr wrap="square" lIns="0" tIns="0" rIns="0" bIns="0" anchor="t">
            <a:spAutoFit/>
          </a:bodyPr>
          <a:lstStyle/>
          <a:p>
            <a:pPr algn="l"/>
            <a:r>
              <a:rPr sz="1500" b="0" i="0">
                <a:solidFill>
                  <a:srgbClr val="FFFFFF"/>
                </a:solidFill>
                <a:latin typeface="Proxima Nova"/>
              </a:rPr>
              <a:t>Conclusion: Key Takeaways and Future Directions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t>Introduction to Management Practices and Business Culture in Nepal</a:t>
            </a:r>
          </a:p>
        </p:txBody>
      </p:sp>
      <p:sp>
        <p:nvSpPr>
          <p:cNvPr id="4" name="Subtitle 3"/>
          <p:cNvSpPr>
            <a:spLocks noGrp="1"/>
          </p:cNvSpPr>
          <p:nvPr>
            <p:ph type="subTitle" idx="2"/>
          </p:nvPr>
        </p:nvSpPr>
        <p:spPr/>
        <p:txBody>
          <a:bodyPr>
            <a:normAutofit/>
          </a:bodyPr>
          <a:lstStyle/>
          <a:p>
            <a:r>
              <a:t>Overview, Importance, Objectives, Context</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300" b="0" i="0">
                <a:solidFill>
                  <a:srgbClr val="FFFFFF"/>
                </a:solidFill>
                <a:latin typeface="Proxima Nova"/>
              </a:defRPr>
            </a:pPr>
            <a:endParaRPr/>
          </a:p>
        </p:txBody>
      </p:sp>
      <p:sp>
        <p:nvSpPr>
          <p:cNvPr id="7" name="Rectangle 6"/>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28600" y="1508670"/>
            <a:ext cx="8686800" cy="2864643"/>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28600" y="1508670"/>
            <a:ext cx="4190999" cy="1279921"/>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171700"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171700" y="1508670"/>
            <a:ext cx="304800" cy="304800"/>
          </a:xfrm>
          <a:prstGeom prst="rect">
            <a:avLst/>
          </a:prstGeom>
          <a:noFill/>
          <a:ln>
            <a:noFill/>
          </a:ln>
        </p:spPr>
        <p:txBody>
          <a:bodyPr wrap="square" lIns="0" tIns="0" rIns="0" bIns="0" anchor="t">
            <a:spAutoFit/>
          </a:bodyPr>
          <a:lstStyle/>
          <a:p>
            <a:pPr algn="ctr"/>
            <a:endParaRPr/>
          </a:p>
        </p:txBody>
      </p:sp>
      <p:pic>
        <p:nvPicPr>
          <p:cNvPr id="12" name="Picture 11" descr="tmpdth108bb.png"/>
          <p:cNvPicPr>
            <a:picLocks noChangeAspect="1"/>
          </p:cNvPicPr>
          <p:nvPr/>
        </p:nvPicPr>
        <p:blipFill>
          <a:blip r:embed="rId3"/>
          <a:stretch>
            <a:fillRect/>
          </a:stretch>
        </p:blipFill>
        <p:spPr>
          <a:xfrm>
            <a:off x="2171700" y="1508670"/>
            <a:ext cx="304800" cy="304800"/>
          </a:xfrm>
          <a:prstGeom prst="rect">
            <a:avLst/>
          </a:prstGeom>
        </p:spPr>
      </p:pic>
      <p:sp>
        <p:nvSpPr>
          <p:cNvPr id="13" name="TextBox 12"/>
          <p:cNvSpPr txBox="1"/>
          <p:nvPr/>
        </p:nvSpPr>
        <p:spPr>
          <a:xfrm>
            <a:off x="228600" y="1965870"/>
            <a:ext cx="4190999" cy="205680"/>
          </a:xfrm>
          <a:prstGeom prst="rect">
            <a:avLst/>
          </a:prstGeom>
          <a:noFill/>
          <a:ln>
            <a:noFill/>
          </a:ln>
        </p:spPr>
        <p:txBody>
          <a:bodyPr wrap="square" lIns="0" tIns="0" rIns="0" bIns="0" anchor="t">
            <a:spAutoFit/>
          </a:bodyPr>
          <a:lstStyle/>
          <a:p>
            <a:pPr algn="ctr"/>
            <a:r>
              <a:rPr sz="1300" b="1" i="0">
                <a:solidFill>
                  <a:srgbClr val="FFFFFF"/>
                </a:solidFill>
                <a:latin typeface="Proxima Nova"/>
              </a:rPr>
              <a:t>Overview of Management Practices</a:t>
            </a:r>
          </a:p>
          <a:p>
            <a:pPr algn="ctr">
              <a:spcAft>
                <a:spcPts val="1200"/>
              </a:spcAft>
            </a:pPr>
            <a:r>
              <a:rPr sz="1300" b="0" i="0">
                <a:solidFill>
                  <a:srgbClr val="FFFFFF"/>
                </a:solidFill>
                <a:latin typeface="Proxima Nova"/>
              </a:rPr>
              <a:t>Management practices in Nepal encompass a blend of traditional methods and modern approaches, reflecting the country's cultural diversity and economic landscape.</a:t>
            </a:r>
          </a:p>
        </p:txBody>
      </p:sp>
      <p:sp>
        <p:nvSpPr>
          <p:cNvPr id="14" name="Rectangle 13"/>
          <p:cNvSpPr/>
          <p:nvPr/>
        </p:nvSpPr>
        <p:spPr>
          <a:xfrm>
            <a:off x="4724400" y="1508670"/>
            <a:ext cx="4190999" cy="1279921"/>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667500"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67500" y="1508670"/>
            <a:ext cx="304800" cy="304800"/>
          </a:xfrm>
          <a:prstGeom prst="rect">
            <a:avLst/>
          </a:prstGeom>
          <a:noFill/>
          <a:ln>
            <a:noFill/>
          </a:ln>
        </p:spPr>
        <p:txBody>
          <a:bodyPr wrap="square" lIns="0" tIns="0" rIns="0" bIns="0" anchor="t">
            <a:spAutoFit/>
          </a:bodyPr>
          <a:lstStyle/>
          <a:p>
            <a:pPr algn="ctr"/>
            <a:endParaRPr/>
          </a:p>
        </p:txBody>
      </p:sp>
      <p:pic>
        <p:nvPicPr>
          <p:cNvPr id="17" name="Picture 16" descr="tmpb8b6x_o8.png"/>
          <p:cNvPicPr>
            <a:picLocks noChangeAspect="1"/>
          </p:cNvPicPr>
          <p:nvPr/>
        </p:nvPicPr>
        <p:blipFill>
          <a:blip r:embed="rId4"/>
          <a:stretch>
            <a:fillRect/>
          </a:stretch>
        </p:blipFill>
        <p:spPr>
          <a:xfrm>
            <a:off x="6667500" y="1508670"/>
            <a:ext cx="304800" cy="304800"/>
          </a:xfrm>
          <a:prstGeom prst="rect">
            <a:avLst/>
          </a:prstGeom>
        </p:spPr>
      </p:pic>
      <p:sp>
        <p:nvSpPr>
          <p:cNvPr id="18" name="TextBox 17"/>
          <p:cNvSpPr txBox="1"/>
          <p:nvPr/>
        </p:nvSpPr>
        <p:spPr>
          <a:xfrm>
            <a:off x="4724400" y="1965870"/>
            <a:ext cx="4190999" cy="205680"/>
          </a:xfrm>
          <a:prstGeom prst="rect">
            <a:avLst/>
          </a:prstGeom>
          <a:noFill/>
          <a:ln>
            <a:noFill/>
          </a:ln>
        </p:spPr>
        <p:txBody>
          <a:bodyPr wrap="square" lIns="0" tIns="0" rIns="0" bIns="0" anchor="t">
            <a:spAutoFit/>
          </a:bodyPr>
          <a:lstStyle/>
          <a:p>
            <a:pPr algn="ctr"/>
            <a:r>
              <a:rPr sz="1300" b="1" i="0">
                <a:solidFill>
                  <a:srgbClr val="FFFFFF"/>
                </a:solidFill>
                <a:latin typeface="Proxima Nova"/>
              </a:rPr>
              <a:t>Cultural Significance</a:t>
            </a:r>
          </a:p>
          <a:p>
            <a:pPr algn="ctr">
              <a:spcAft>
                <a:spcPts val="1200"/>
              </a:spcAft>
            </a:pPr>
            <a:r>
              <a:rPr sz="1300" b="0" i="0">
                <a:solidFill>
                  <a:srgbClr val="FFFFFF"/>
                </a:solidFill>
                <a:latin typeface="Proxima Nova"/>
              </a:rPr>
              <a:t>Understanding these practices is crucial for effective leadership and fostering workplace harmony in Nepal's unique socio-cultural context.</a:t>
            </a:r>
          </a:p>
        </p:txBody>
      </p:sp>
      <p:sp>
        <p:nvSpPr>
          <p:cNvPr id="19" name="Rectangle 18"/>
          <p:cNvSpPr/>
          <p:nvPr/>
        </p:nvSpPr>
        <p:spPr>
          <a:xfrm>
            <a:off x="228600" y="3093392"/>
            <a:ext cx="4190999" cy="1279921"/>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2171700" y="3093392"/>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171700" y="3093392"/>
            <a:ext cx="304800" cy="304800"/>
          </a:xfrm>
          <a:prstGeom prst="rect">
            <a:avLst/>
          </a:prstGeom>
          <a:noFill/>
          <a:ln>
            <a:noFill/>
          </a:ln>
        </p:spPr>
        <p:txBody>
          <a:bodyPr wrap="square" lIns="0" tIns="0" rIns="0" bIns="0" anchor="t">
            <a:spAutoFit/>
          </a:bodyPr>
          <a:lstStyle/>
          <a:p>
            <a:pPr algn="ctr"/>
            <a:endParaRPr/>
          </a:p>
        </p:txBody>
      </p:sp>
      <p:pic>
        <p:nvPicPr>
          <p:cNvPr id="22" name="Picture 21" descr="tmp9yxs2xuo.png"/>
          <p:cNvPicPr>
            <a:picLocks noChangeAspect="1"/>
          </p:cNvPicPr>
          <p:nvPr/>
        </p:nvPicPr>
        <p:blipFill>
          <a:blip r:embed="rId5"/>
          <a:stretch>
            <a:fillRect/>
          </a:stretch>
        </p:blipFill>
        <p:spPr>
          <a:xfrm>
            <a:off x="2171700" y="3093392"/>
            <a:ext cx="304800" cy="304800"/>
          </a:xfrm>
          <a:prstGeom prst="rect">
            <a:avLst/>
          </a:prstGeom>
        </p:spPr>
      </p:pic>
      <p:sp>
        <p:nvSpPr>
          <p:cNvPr id="23" name="TextBox 22"/>
          <p:cNvSpPr txBox="1"/>
          <p:nvPr/>
        </p:nvSpPr>
        <p:spPr>
          <a:xfrm>
            <a:off x="228600" y="3550592"/>
            <a:ext cx="4190999" cy="205680"/>
          </a:xfrm>
          <a:prstGeom prst="rect">
            <a:avLst/>
          </a:prstGeom>
          <a:noFill/>
          <a:ln>
            <a:noFill/>
          </a:ln>
        </p:spPr>
        <p:txBody>
          <a:bodyPr wrap="square" lIns="0" tIns="0" rIns="0" bIns="0" anchor="t">
            <a:spAutoFit/>
          </a:bodyPr>
          <a:lstStyle/>
          <a:p>
            <a:pPr algn="ctr"/>
            <a:r>
              <a:rPr sz="1300" b="1" i="0">
                <a:solidFill>
                  <a:srgbClr val="FFFFFF"/>
                </a:solidFill>
                <a:latin typeface="Proxima Nova"/>
              </a:rPr>
              <a:t>Objectives of Study</a:t>
            </a:r>
          </a:p>
          <a:p>
            <a:pPr algn="ctr">
              <a:spcAft>
                <a:spcPts val="1200"/>
              </a:spcAft>
            </a:pPr>
            <a:r>
              <a:rPr sz="1300" b="0" i="0">
                <a:solidFill>
                  <a:srgbClr val="FFFFFF"/>
                </a:solidFill>
                <a:latin typeface="Proxima Nova"/>
              </a:rPr>
              <a:t>This study aims to uncover the intricacies of current management practices and how they shape business culture in Nepal.</a:t>
            </a:r>
          </a:p>
        </p:txBody>
      </p:sp>
      <p:sp>
        <p:nvSpPr>
          <p:cNvPr id="24" name="Rectangle 23"/>
          <p:cNvSpPr/>
          <p:nvPr/>
        </p:nvSpPr>
        <p:spPr>
          <a:xfrm>
            <a:off x="4724400" y="3093392"/>
            <a:ext cx="4190999" cy="1279921"/>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667500" y="3093392"/>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667500" y="3093392"/>
            <a:ext cx="304800" cy="304800"/>
          </a:xfrm>
          <a:prstGeom prst="rect">
            <a:avLst/>
          </a:prstGeom>
          <a:noFill/>
          <a:ln>
            <a:noFill/>
          </a:ln>
        </p:spPr>
        <p:txBody>
          <a:bodyPr wrap="square" lIns="0" tIns="0" rIns="0" bIns="0" anchor="t">
            <a:spAutoFit/>
          </a:bodyPr>
          <a:lstStyle/>
          <a:p>
            <a:pPr algn="ctr"/>
            <a:endParaRPr/>
          </a:p>
        </p:txBody>
      </p:sp>
      <p:pic>
        <p:nvPicPr>
          <p:cNvPr id="27" name="Picture 26" descr="tmpynj74kqk.png"/>
          <p:cNvPicPr>
            <a:picLocks noChangeAspect="1"/>
          </p:cNvPicPr>
          <p:nvPr/>
        </p:nvPicPr>
        <p:blipFill>
          <a:blip r:embed="rId6"/>
          <a:stretch>
            <a:fillRect/>
          </a:stretch>
        </p:blipFill>
        <p:spPr>
          <a:xfrm>
            <a:off x="6667500" y="3093392"/>
            <a:ext cx="304800" cy="304800"/>
          </a:xfrm>
          <a:prstGeom prst="rect">
            <a:avLst/>
          </a:prstGeom>
        </p:spPr>
      </p:pic>
      <p:sp>
        <p:nvSpPr>
          <p:cNvPr id="28" name="TextBox 27"/>
          <p:cNvSpPr txBox="1"/>
          <p:nvPr/>
        </p:nvSpPr>
        <p:spPr>
          <a:xfrm>
            <a:off x="4724400" y="3550592"/>
            <a:ext cx="4190999" cy="205680"/>
          </a:xfrm>
          <a:prstGeom prst="rect">
            <a:avLst/>
          </a:prstGeom>
          <a:noFill/>
          <a:ln>
            <a:noFill/>
          </a:ln>
        </p:spPr>
        <p:txBody>
          <a:bodyPr wrap="square" lIns="0" tIns="0" rIns="0" bIns="0" anchor="t">
            <a:spAutoFit/>
          </a:bodyPr>
          <a:lstStyle/>
          <a:p>
            <a:pPr algn="ctr"/>
            <a:r>
              <a:rPr sz="1300" b="1" i="0">
                <a:solidFill>
                  <a:srgbClr val="FFFFFF"/>
                </a:solidFill>
                <a:latin typeface="Proxima Nova"/>
              </a:rPr>
              <a:t>Contextual Relevance</a:t>
            </a:r>
          </a:p>
          <a:p>
            <a:pPr algn="ctr">
              <a:spcAft>
                <a:spcPts val="1200"/>
              </a:spcAft>
            </a:pPr>
            <a:r>
              <a:rPr sz="1300" b="0" i="0">
                <a:solidFill>
                  <a:srgbClr val="FFFFFF"/>
                </a:solidFill>
                <a:latin typeface="Proxima Nova"/>
              </a:rPr>
              <a:t>The analysis of management practices in Nepal is pivotal to enhancing efficiency and sustaining growth within local businesses.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t>Defining Management Practices in Nepalese Context</a:t>
            </a:r>
          </a:p>
        </p:txBody>
      </p:sp>
      <p:sp>
        <p:nvSpPr>
          <p:cNvPr id="4" name="Subtitle 3"/>
          <p:cNvSpPr>
            <a:spLocks noGrp="1"/>
          </p:cNvSpPr>
          <p:nvPr>
            <p:ph type="subTitle" idx="2"/>
          </p:nvPr>
        </p:nvSpPr>
        <p:spPr/>
        <p:txBody>
          <a:bodyPr>
            <a:normAutofit/>
          </a:bodyPr>
          <a:lstStyle/>
          <a:p>
            <a:r>
              <a:t>Key Characteristics, Traditional Approaches, Modern Adaptations</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000" b="0" i="0">
                <a:solidFill>
                  <a:srgbClr val="FFFFFF"/>
                </a:solidFill>
                <a:latin typeface="Proxima Nova"/>
              </a:defRPr>
            </a:pPr>
            <a:endParaRPr/>
          </a:p>
        </p:txBody>
      </p:sp>
      <p:sp>
        <p:nvSpPr>
          <p:cNvPr id="7" name="Rectangle 6"/>
          <p:cNvSpPr/>
          <p:nvPr/>
        </p:nvSpPr>
        <p:spPr>
          <a:xfrm>
            <a:off x="228600" y="1508670"/>
            <a:ext cx="8686800" cy="313238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28600" y="1508670"/>
            <a:ext cx="4190999" cy="313238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28600" y="1508670"/>
            <a:ext cx="4190999" cy="3132385"/>
          </a:xfrm>
          <a:prstGeom prst="rect">
            <a:avLst/>
          </a:prstGeom>
          <a:noFill/>
          <a:ln>
            <a:noFill/>
          </a:ln>
        </p:spPr>
        <p:txBody>
          <a:bodyPr wrap="square" lIns="190500" tIns="0" rIns="0" bIns="190500" anchor="t">
            <a:spAutoFit/>
          </a:bodyPr>
          <a:lstStyle/>
          <a:p>
            <a:pPr marL="228600" indent="-91440" algn="l">
              <a:spcBef>
                <a:spcPts val="0"/>
              </a:spcBef>
              <a:spcAft>
                <a:spcPts val="800"/>
              </a:spcAft>
              <a:buSzPct val="100000"/>
              <a:buFont typeface="Arial"/>
              <a:buChar char="•"/>
            </a:pPr>
            <a:r>
              <a:rPr sz="1000" b="1" i="0">
                <a:solidFill>
                  <a:srgbClr val="FFFFFF"/>
                </a:solidFill>
                <a:latin typeface="Proxima Nova"/>
              </a:rPr>
              <a:t>Key Characteristics:</a:t>
            </a:r>
            <a:r>
              <a:rPr sz="1000" b="0" i="0">
                <a:solidFill>
                  <a:srgbClr val="FFFFFF"/>
                </a:solidFill>
                <a:latin typeface="Proxima Nova"/>
              </a:rPr>
              <a:t> Nepalese management practices emphasize collaboration, employee engagement, and respect for hierarchy, mirroring the country's collectivist cultural values.</a:t>
            </a:r>
          </a:p>
          <a:p>
            <a:pPr marL="228600" lvl="1" indent="-91440" algn="l">
              <a:spcBef>
                <a:spcPts val="1200"/>
              </a:spcBef>
              <a:spcAft>
                <a:spcPts val="0"/>
              </a:spcAft>
              <a:buSzPct val="100000"/>
              <a:buFont typeface="Arial"/>
              <a:buChar char="•"/>
            </a:pPr>
            <a:r>
              <a:rPr sz="1000" b="1" i="0">
                <a:solidFill>
                  <a:srgbClr val="FFFFFF"/>
                </a:solidFill>
                <a:latin typeface="Proxima Nova"/>
              </a:rPr>
              <a:t>Traditional Approaches:</a:t>
            </a:r>
            <a:r>
              <a:rPr sz="1000" b="0" i="0">
                <a:solidFill>
                  <a:srgbClr val="FFFFFF"/>
                </a:solidFill>
                <a:latin typeface="Proxima Nova"/>
              </a:rPr>
              <a:t> Historically, family-owned businesses have dominated Nepal's economic landscape, valuing personal relationships and long-term commitment over transactional interactions.</a:t>
            </a:r>
          </a:p>
          <a:p>
            <a:pPr marL="228600" lvl="1" indent="-91440" algn="l">
              <a:spcBef>
                <a:spcPts val="1200"/>
              </a:spcBef>
              <a:spcAft>
                <a:spcPts val="0"/>
              </a:spcAft>
              <a:buSzPct val="100000"/>
              <a:buFont typeface="Arial"/>
              <a:buChar char="•"/>
            </a:pPr>
            <a:r>
              <a:rPr sz="1000" b="1" i="0">
                <a:solidFill>
                  <a:srgbClr val="FFFFFF"/>
                </a:solidFill>
                <a:latin typeface="Proxima Nova"/>
              </a:rPr>
              <a:t>Modern Adaptations:</a:t>
            </a:r>
            <a:r>
              <a:rPr sz="1000" b="0" i="0">
                <a:solidFill>
                  <a:srgbClr val="FFFFFF"/>
                </a:solidFill>
                <a:latin typeface="Proxima Nova"/>
              </a:rPr>
              <a:t> Recent trends show a shift towards more formalized business structures, integrating global standards and practices to enhance competitiveness.</a:t>
            </a:r>
          </a:p>
          <a:p>
            <a:pPr marL="228600" lvl="1" indent="-91440" algn="l">
              <a:spcBef>
                <a:spcPts val="1200"/>
              </a:spcBef>
              <a:spcAft>
                <a:spcPts val="0"/>
              </a:spcAft>
              <a:buSzPct val="100000"/>
              <a:buFont typeface="Arial"/>
              <a:buChar char="•"/>
            </a:pPr>
            <a:r>
              <a:rPr sz="1000" b="1" i="0">
                <a:solidFill>
                  <a:srgbClr val="FFFFFF"/>
                </a:solidFill>
                <a:latin typeface="Proxima Nova"/>
              </a:rPr>
              <a:t>Locus of Decision-Making:</a:t>
            </a:r>
            <a:r>
              <a:rPr sz="1000" b="0" i="0">
                <a:solidFill>
                  <a:srgbClr val="FFFFFF"/>
                </a:solidFill>
                <a:latin typeface="Proxima Nova"/>
              </a:rPr>
              <a:t> Decision-making is often centralized in Nepalese firms, which may limit innovation but also ensures stable governance in a traditionally hierarchical framework.</a:t>
            </a:r>
          </a:p>
        </p:txBody>
      </p:sp>
      <p:sp>
        <p:nvSpPr>
          <p:cNvPr id="10" name="Rectangle 9"/>
          <p:cNvSpPr/>
          <p:nvPr/>
        </p:nvSpPr>
        <p:spPr>
          <a:xfrm>
            <a:off x="4724400" y="1508670"/>
            <a:ext cx="4190999" cy="313238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724400" y="1508670"/>
            <a:ext cx="4190999" cy="2362200"/>
          </a:xfrm>
          <a:prstGeom prst="rect">
            <a:avLst/>
          </a:prstGeom>
          <a:noFill/>
          <a:ln>
            <a:noFill/>
          </a:ln>
        </p:spPr>
        <p:txBody>
          <a:bodyPr wrap="square" lIns="0" tIns="0" rIns="0" bIns="0" anchor="t">
            <a:spAutoFit/>
          </a:bodyPr>
          <a:lstStyle/>
          <a:p>
            <a:pPr algn="l"/>
            <a:endParaRPr/>
          </a:p>
        </p:txBody>
      </p:sp>
      <p:pic>
        <p:nvPicPr>
          <p:cNvPr id="12" name="Picture 11" descr="tmp1fz6w_k1.png"/>
          <p:cNvPicPr>
            <a:picLocks noChangeAspect="1"/>
          </p:cNvPicPr>
          <p:nvPr/>
        </p:nvPicPr>
        <p:blipFill>
          <a:blip r:embed="rId3"/>
          <a:stretch>
            <a:fillRect/>
          </a:stretch>
        </p:blipFill>
        <p:spPr>
          <a:xfrm>
            <a:off x="4724400" y="1508670"/>
            <a:ext cx="4190999" cy="2362200"/>
          </a:xfrm>
          <a:prstGeom prst="rect">
            <a:avLst/>
          </a:prstGeom>
        </p:spPr>
      </p:pic>
      <p:sp>
        <p:nvSpPr>
          <p:cNvPr id="13" name="Rectangle 12"/>
          <p:cNvSpPr/>
          <p:nvPr/>
        </p:nvSpPr>
        <p:spPr>
          <a:xfrm>
            <a:off x="4724400" y="3947070"/>
            <a:ext cx="4190999" cy="152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724400" y="3947070"/>
            <a:ext cx="4190999" cy="152400"/>
          </a:xfrm>
          <a:prstGeom prst="rect">
            <a:avLst/>
          </a:prstGeom>
          <a:noFill/>
          <a:ln>
            <a:noFill/>
          </a:ln>
        </p:spPr>
        <p:txBody>
          <a:bodyPr wrap="square" lIns="0" tIns="0" rIns="0" bIns="0" anchor="t">
            <a:spAutoFit/>
          </a:bodyPr>
          <a:lstStyle/>
          <a:p>
            <a:pPr algn="r">
              <a:spcAft>
                <a:spcPts val="1200"/>
              </a:spcAft>
            </a:pPr>
            <a:r>
              <a:rPr sz="900" b="0" i="0">
                <a:solidFill>
                  <a:srgbClr val="FFFFFF"/>
                </a:solidFill>
                <a:latin typeface="Proxima Nova"/>
              </a:rPr>
              <a:t>Photo by Al Jeffery on Unsplash</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t>Understanding Business Culture in Nepal</a:t>
            </a:r>
          </a:p>
        </p:txBody>
      </p:sp>
      <p:sp>
        <p:nvSpPr>
          <p:cNvPr id="4" name="Subtitle 3"/>
          <p:cNvSpPr>
            <a:spLocks noGrp="1"/>
          </p:cNvSpPr>
          <p:nvPr>
            <p:ph type="subTitle" idx="2"/>
          </p:nvPr>
        </p:nvSpPr>
        <p:spPr/>
        <p:txBody>
          <a:bodyPr>
            <a:normAutofit/>
          </a:bodyPr>
          <a:lstStyle/>
          <a:p>
            <a:r>
              <a:t>Values, Norms, Communication Styles, Hierarchical Structures</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100" b="0" i="0">
                <a:solidFill>
                  <a:srgbClr val="FFFFFF"/>
                </a:solidFill>
                <a:latin typeface="Proxima Nova"/>
              </a:defRPr>
            </a:pPr>
            <a:endParaRPr/>
          </a:p>
        </p:txBody>
      </p:sp>
      <p:sp>
        <p:nvSpPr>
          <p:cNvPr id="7" name="Rectangle 6"/>
          <p:cNvSpPr/>
          <p:nvPr/>
        </p:nvSpPr>
        <p:spPr>
          <a:xfrm>
            <a:off x="228600" y="1508670"/>
            <a:ext cx="8686800" cy="3127176"/>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28600" y="1508670"/>
            <a:ext cx="4190999" cy="3127176"/>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28600" y="1508670"/>
            <a:ext cx="4190999" cy="3127176"/>
          </a:xfrm>
          <a:prstGeom prst="rect">
            <a:avLst/>
          </a:prstGeom>
          <a:noFill/>
          <a:ln>
            <a:noFill/>
          </a:ln>
        </p:spPr>
        <p:txBody>
          <a:bodyPr wrap="square" lIns="190500" tIns="0" rIns="0" bIns="190500" anchor="t">
            <a:spAutoFit/>
          </a:bodyPr>
          <a:lstStyle/>
          <a:p>
            <a:pPr marL="228600" indent="-91440" algn="l">
              <a:spcBef>
                <a:spcPts val="0"/>
              </a:spcBef>
              <a:spcAft>
                <a:spcPts val="800"/>
              </a:spcAft>
              <a:buSzPct val="100000"/>
              <a:buFont typeface="Arial"/>
              <a:buChar char="•"/>
            </a:pPr>
            <a:r>
              <a:rPr sz="1100" b="1" i="0">
                <a:solidFill>
                  <a:srgbClr val="FFFFFF"/>
                </a:solidFill>
                <a:latin typeface="Proxima Nova"/>
              </a:rPr>
              <a:t>Core Values:</a:t>
            </a:r>
            <a:r>
              <a:rPr sz="1100" b="0" i="0">
                <a:solidFill>
                  <a:srgbClr val="FFFFFF"/>
                </a:solidFill>
                <a:latin typeface="Proxima Nova"/>
              </a:rPr>
              <a:t> Key values in Nepalese business culture include trust, loyalty, and cooperation, often deeply rooted in religious and ethical beliefs.</a:t>
            </a:r>
          </a:p>
          <a:p>
            <a:pPr marL="228600" lvl="1" indent="-91440" algn="l">
              <a:spcBef>
                <a:spcPts val="1200"/>
              </a:spcBef>
              <a:spcAft>
                <a:spcPts val="0"/>
              </a:spcAft>
              <a:buSzPct val="100000"/>
              <a:buFont typeface="Arial"/>
              <a:buChar char="•"/>
            </a:pPr>
            <a:r>
              <a:rPr sz="1100" b="1" i="0">
                <a:solidFill>
                  <a:srgbClr val="FFFFFF"/>
                </a:solidFill>
                <a:latin typeface="Proxima Nova"/>
              </a:rPr>
              <a:t>Norms of Interaction:</a:t>
            </a:r>
            <a:r>
              <a:rPr sz="1100" b="0" i="0">
                <a:solidFill>
                  <a:srgbClr val="FFFFFF"/>
                </a:solidFill>
                <a:latin typeface="Proxima Nova"/>
              </a:rPr>
              <a:t> Social norms dictate that formalities and respect for seniority play a crucial role in business interactions and negotiations.</a:t>
            </a:r>
          </a:p>
          <a:p>
            <a:pPr marL="228600" lvl="1" indent="-91440" algn="l">
              <a:spcBef>
                <a:spcPts val="1200"/>
              </a:spcBef>
              <a:spcAft>
                <a:spcPts val="0"/>
              </a:spcAft>
              <a:buSzPct val="100000"/>
              <a:buFont typeface="Arial"/>
              <a:buChar char="•"/>
            </a:pPr>
            <a:r>
              <a:rPr sz="1100" b="1" i="0">
                <a:solidFill>
                  <a:srgbClr val="FFFFFF"/>
                </a:solidFill>
                <a:latin typeface="Proxima Nova"/>
              </a:rPr>
              <a:t>Communication Styles:</a:t>
            </a:r>
            <a:r>
              <a:rPr sz="1100" b="0" i="0">
                <a:solidFill>
                  <a:srgbClr val="FFFFFF"/>
                </a:solidFill>
                <a:latin typeface="Proxima Nova"/>
              </a:rPr>
              <a:t> Indirect communication is prevalent, with emphasis on nonverbal cues and contextual understanding, which can sometimes be misinterpreted by outsiders.</a:t>
            </a:r>
          </a:p>
          <a:p>
            <a:pPr marL="228600" lvl="1" indent="-91440" algn="l">
              <a:spcBef>
                <a:spcPts val="1200"/>
              </a:spcBef>
              <a:spcAft>
                <a:spcPts val="0"/>
              </a:spcAft>
              <a:buSzPct val="100000"/>
              <a:buFont typeface="Arial"/>
              <a:buChar char="•"/>
            </a:pPr>
            <a:r>
              <a:rPr sz="1100" b="1" i="0">
                <a:solidFill>
                  <a:srgbClr val="FFFFFF"/>
                </a:solidFill>
                <a:latin typeface="Proxima Nova"/>
              </a:rPr>
              <a:t>Hierarchical Structures:</a:t>
            </a:r>
            <a:r>
              <a:rPr sz="1100" b="0" i="0">
                <a:solidFill>
                  <a:srgbClr val="FFFFFF"/>
                </a:solidFill>
                <a:latin typeface="Proxima Nova"/>
              </a:rPr>
              <a:t> Nepalese businesses often operate within clearly defined hierarchical structures, where respect for authority is paramount and decision-making tends to be top-down.</a:t>
            </a:r>
          </a:p>
        </p:txBody>
      </p:sp>
      <p:sp>
        <p:nvSpPr>
          <p:cNvPr id="10" name="Rectangle 9"/>
          <p:cNvSpPr/>
          <p:nvPr/>
        </p:nvSpPr>
        <p:spPr>
          <a:xfrm>
            <a:off x="4724400" y="1508670"/>
            <a:ext cx="4190999" cy="3127176"/>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724400" y="1508670"/>
            <a:ext cx="4190999" cy="2362200"/>
          </a:xfrm>
          <a:prstGeom prst="rect">
            <a:avLst/>
          </a:prstGeom>
          <a:noFill/>
          <a:ln>
            <a:noFill/>
          </a:ln>
        </p:spPr>
        <p:txBody>
          <a:bodyPr wrap="square" lIns="0" tIns="0" rIns="0" bIns="0" anchor="t">
            <a:spAutoFit/>
          </a:bodyPr>
          <a:lstStyle/>
          <a:p>
            <a:pPr algn="l"/>
            <a:endParaRPr/>
          </a:p>
        </p:txBody>
      </p:sp>
      <p:pic>
        <p:nvPicPr>
          <p:cNvPr id="12" name="Picture 11" descr="tmpldpwidj8.png"/>
          <p:cNvPicPr>
            <a:picLocks noChangeAspect="1"/>
          </p:cNvPicPr>
          <p:nvPr/>
        </p:nvPicPr>
        <p:blipFill>
          <a:blip r:embed="rId3"/>
          <a:stretch>
            <a:fillRect/>
          </a:stretch>
        </p:blipFill>
        <p:spPr>
          <a:xfrm>
            <a:off x="4724400" y="1508670"/>
            <a:ext cx="4190999" cy="2362200"/>
          </a:xfrm>
          <a:prstGeom prst="rect">
            <a:avLst/>
          </a:prstGeom>
        </p:spPr>
      </p:pic>
      <p:sp>
        <p:nvSpPr>
          <p:cNvPr id="13" name="Rectangle 12"/>
          <p:cNvSpPr/>
          <p:nvPr/>
        </p:nvSpPr>
        <p:spPr>
          <a:xfrm>
            <a:off x="4724400" y="3947070"/>
            <a:ext cx="4190999" cy="152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724400" y="3947070"/>
            <a:ext cx="4190999" cy="152400"/>
          </a:xfrm>
          <a:prstGeom prst="rect">
            <a:avLst/>
          </a:prstGeom>
          <a:noFill/>
          <a:ln>
            <a:noFill/>
          </a:ln>
        </p:spPr>
        <p:txBody>
          <a:bodyPr wrap="square" lIns="0" tIns="0" rIns="0" bIns="0" anchor="t">
            <a:spAutoFit/>
          </a:bodyPr>
          <a:lstStyle/>
          <a:p>
            <a:pPr algn="r">
              <a:spcAft>
                <a:spcPts val="1200"/>
              </a:spcAft>
            </a:pPr>
            <a:r>
              <a:rPr sz="900" b="0" i="0">
                <a:solidFill>
                  <a:srgbClr val="FFFFFF"/>
                </a:solidFill>
                <a:latin typeface="Proxima Nova"/>
              </a:rPr>
              <a:t>Photo by Sebastian Pena Lambarri on Unsplash</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t>Analysis of the Current State of Business in Nepal</a:t>
            </a:r>
          </a:p>
        </p:txBody>
      </p:sp>
      <p:sp>
        <p:nvSpPr>
          <p:cNvPr id="4" name="Subtitle 3"/>
          <p:cNvSpPr>
            <a:spLocks noGrp="1"/>
          </p:cNvSpPr>
          <p:nvPr>
            <p:ph type="subTitle" idx="2"/>
          </p:nvPr>
        </p:nvSpPr>
        <p:spPr/>
        <p:txBody>
          <a:bodyPr>
            <a:normAutofit/>
          </a:bodyPr>
          <a:lstStyle/>
          <a:p>
            <a:r>
              <a:t>Market Landscape, Key Industries, Economic Indicators</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300" b="0" i="0">
                <a:solidFill>
                  <a:srgbClr val="FFFFFF"/>
                </a:solidFill>
                <a:latin typeface="Proxima Nova"/>
              </a:defRPr>
            </a:pPr>
            <a:endParaRPr/>
          </a:p>
        </p:txBody>
      </p:sp>
      <p:sp>
        <p:nvSpPr>
          <p:cNvPr id="7" name="Rectangle 6"/>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28600" y="1508670"/>
            <a:ext cx="8686800" cy="1950243"/>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28600" y="1508670"/>
            <a:ext cx="4190999" cy="822721"/>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28600" y="1508670"/>
            <a:ext cx="4190999" cy="205680"/>
          </a:xfrm>
          <a:prstGeom prst="rect">
            <a:avLst/>
          </a:prstGeom>
          <a:noFill/>
          <a:ln>
            <a:noFill/>
          </a:ln>
        </p:spPr>
        <p:txBody>
          <a:bodyPr wrap="square" lIns="0" tIns="0" rIns="0" bIns="0" anchor="t">
            <a:spAutoFit/>
          </a:bodyPr>
          <a:lstStyle/>
          <a:p>
            <a:pPr algn="ctr"/>
            <a:r>
              <a:rPr sz="1300" b="1" i="0">
                <a:solidFill>
                  <a:srgbClr val="FFFFFF"/>
                </a:solidFill>
                <a:latin typeface="Proxima Nova"/>
              </a:rPr>
              <a:t>Market Landscape</a:t>
            </a:r>
          </a:p>
          <a:p>
            <a:pPr algn="ctr">
              <a:spcAft>
                <a:spcPts val="1200"/>
              </a:spcAft>
            </a:pPr>
            <a:r>
              <a:rPr sz="1300" b="0" i="0">
                <a:solidFill>
                  <a:srgbClr val="FFFFFF"/>
                </a:solidFill>
                <a:latin typeface="Proxima Nova"/>
              </a:rPr>
              <a:t>Nepal's market is characterized by a vibrant mix of traditional sectors like agriculture and modern industries including tourism and textiles.</a:t>
            </a:r>
          </a:p>
        </p:txBody>
      </p:sp>
      <p:sp>
        <p:nvSpPr>
          <p:cNvPr id="11" name="Rectangle 10"/>
          <p:cNvSpPr/>
          <p:nvPr/>
        </p:nvSpPr>
        <p:spPr>
          <a:xfrm>
            <a:off x="4724400" y="1508670"/>
            <a:ext cx="4190999" cy="822721"/>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724400" y="1508670"/>
            <a:ext cx="4190999" cy="205680"/>
          </a:xfrm>
          <a:prstGeom prst="rect">
            <a:avLst/>
          </a:prstGeom>
          <a:noFill/>
          <a:ln>
            <a:noFill/>
          </a:ln>
        </p:spPr>
        <p:txBody>
          <a:bodyPr wrap="square" lIns="0" tIns="0" rIns="0" bIns="0" anchor="t">
            <a:spAutoFit/>
          </a:bodyPr>
          <a:lstStyle/>
          <a:p>
            <a:pPr algn="ctr"/>
            <a:r>
              <a:rPr sz="1300" b="1" i="0">
                <a:solidFill>
                  <a:srgbClr val="FFFFFF"/>
                </a:solidFill>
                <a:latin typeface="Proxima Nova"/>
              </a:rPr>
              <a:t>Key Industries</a:t>
            </a:r>
          </a:p>
          <a:p>
            <a:pPr algn="ctr">
              <a:spcAft>
                <a:spcPts val="1200"/>
              </a:spcAft>
            </a:pPr>
            <a:r>
              <a:rPr sz="1300" b="0" i="0">
                <a:solidFill>
                  <a:srgbClr val="FFFFFF"/>
                </a:solidFill>
                <a:latin typeface="Proxima Nova"/>
              </a:rPr>
              <a:t>Critical industries such as agriculture, tourism, and remittances form the backbone of the economy, influencing policy and development.</a:t>
            </a:r>
          </a:p>
        </p:txBody>
      </p:sp>
      <p:sp>
        <p:nvSpPr>
          <p:cNvPr id="13" name="Rectangle 12"/>
          <p:cNvSpPr/>
          <p:nvPr/>
        </p:nvSpPr>
        <p:spPr>
          <a:xfrm>
            <a:off x="228600" y="2636192"/>
            <a:ext cx="4190999" cy="822721"/>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28600" y="2636192"/>
            <a:ext cx="4190999" cy="205680"/>
          </a:xfrm>
          <a:prstGeom prst="rect">
            <a:avLst/>
          </a:prstGeom>
          <a:noFill/>
          <a:ln>
            <a:noFill/>
          </a:ln>
        </p:spPr>
        <p:txBody>
          <a:bodyPr wrap="square" lIns="0" tIns="0" rIns="0" bIns="0" anchor="t">
            <a:spAutoFit/>
          </a:bodyPr>
          <a:lstStyle/>
          <a:p>
            <a:pPr algn="ctr"/>
            <a:r>
              <a:rPr sz="1300" b="1" i="0">
                <a:solidFill>
                  <a:srgbClr val="FFFFFF"/>
                </a:solidFill>
                <a:latin typeface="Proxima Nova"/>
              </a:rPr>
              <a:t>Economic Indicators</a:t>
            </a:r>
          </a:p>
          <a:p>
            <a:pPr algn="ctr">
              <a:spcAft>
                <a:spcPts val="1200"/>
              </a:spcAft>
            </a:pPr>
            <a:r>
              <a:rPr sz="1300" b="0" i="0">
                <a:solidFill>
                  <a:srgbClr val="FFFFFF"/>
                </a:solidFill>
                <a:latin typeface="Proxima Nova"/>
              </a:rPr>
              <a:t>Insights into GDP growth, unemployment rates, and inflation provide a comprehensive overview of Nepal's economic health and business viability.</a:t>
            </a:r>
          </a:p>
        </p:txBody>
      </p:sp>
      <p:sp>
        <p:nvSpPr>
          <p:cNvPr id="15" name="Rectangle 14"/>
          <p:cNvSpPr/>
          <p:nvPr/>
        </p:nvSpPr>
        <p:spPr>
          <a:xfrm>
            <a:off x="4724400" y="2636192"/>
            <a:ext cx="4190999" cy="822721"/>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724400" y="2636192"/>
            <a:ext cx="4190999" cy="205680"/>
          </a:xfrm>
          <a:prstGeom prst="rect">
            <a:avLst/>
          </a:prstGeom>
          <a:noFill/>
          <a:ln>
            <a:noFill/>
          </a:ln>
        </p:spPr>
        <p:txBody>
          <a:bodyPr wrap="square" lIns="0" tIns="0" rIns="0" bIns="0" anchor="t">
            <a:spAutoFit/>
          </a:bodyPr>
          <a:lstStyle/>
          <a:p>
            <a:pPr algn="ctr"/>
            <a:r>
              <a:rPr sz="1300" b="1" i="0">
                <a:solidFill>
                  <a:srgbClr val="FFFFFF"/>
                </a:solidFill>
                <a:latin typeface="Proxima Nova"/>
              </a:rPr>
              <a:t>Investment Climate</a:t>
            </a:r>
          </a:p>
          <a:p>
            <a:pPr algn="ctr">
              <a:spcAft>
                <a:spcPts val="1200"/>
              </a:spcAft>
            </a:pPr>
            <a:r>
              <a:rPr sz="1300" b="0" i="0">
                <a:solidFill>
                  <a:srgbClr val="FFFFFF"/>
                </a:solidFill>
                <a:latin typeface="Proxima Nova"/>
              </a:rPr>
              <a:t>A growing interest from foreign investors marks a shift in the economic landscape, although numerous barriers still impact decision-making.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t>Major Challenges Facing Businesses in Nepal</a:t>
            </a:r>
          </a:p>
        </p:txBody>
      </p:sp>
      <p:sp>
        <p:nvSpPr>
          <p:cNvPr id="4" name="Subtitle 3"/>
          <p:cNvSpPr>
            <a:spLocks noGrp="1"/>
          </p:cNvSpPr>
          <p:nvPr>
            <p:ph type="subTitle" idx="2"/>
          </p:nvPr>
        </p:nvSpPr>
        <p:spPr/>
        <p:txBody>
          <a:bodyPr>
            <a:normAutofit/>
          </a:bodyPr>
          <a:lstStyle/>
          <a:p>
            <a:r>
              <a:t>Political Instability, Infrastructure Issues, Regulatory Environment</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300" b="0" i="0">
                <a:solidFill>
                  <a:srgbClr val="FFFFFF"/>
                </a:solidFill>
                <a:latin typeface="Proxima Nova"/>
              </a:defRPr>
            </a:pPr>
            <a:endParaRPr/>
          </a:p>
        </p:txBody>
      </p:sp>
      <p:sp>
        <p:nvSpPr>
          <p:cNvPr id="7" name="Rectangle 6"/>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28600" y="1508670"/>
            <a:ext cx="8686800" cy="2864643"/>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28600" y="1508670"/>
            <a:ext cx="4190999" cy="1279921"/>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171700"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171700" y="1508670"/>
            <a:ext cx="304800" cy="304800"/>
          </a:xfrm>
          <a:prstGeom prst="rect">
            <a:avLst/>
          </a:prstGeom>
          <a:noFill/>
          <a:ln>
            <a:noFill/>
          </a:ln>
        </p:spPr>
        <p:txBody>
          <a:bodyPr wrap="square" lIns="0" tIns="0" rIns="0" bIns="0" anchor="t">
            <a:spAutoFit/>
          </a:bodyPr>
          <a:lstStyle/>
          <a:p>
            <a:pPr algn="ctr"/>
            <a:endParaRPr/>
          </a:p>
        </p:txBody>
      </p:sp>
      <p:pic>
        <p:nvPicPr>
          <p:cNvPr id="12" name="Picture 11" descr="tmpm59bhdt4.png"/>
          <p:cNvPicPr>
            <a:picLocks noChangeAspect="1"/>
          </p:cNvPicPr>
          <p:nvPr/>
        </p:nvPicPr>
        <p:blipFill>
          <a:blip r:embed="rId3"/>
          <a:stretch>
            <a:fillRect/>
          </a:stretch>
        </p:blipFill>
        <p:spPr>
          <a:xfrm>
            <a:off x="2171700" y="1508670"/>
            <a:ext cx="304800" cy="304800"/>
          </a:xfrm>
          <a:prstGeom prst="rect">
            <a:avLst/>
          </a:prstGeom>
        </p:spPr>
      </p:pic>
      <p:sp>
        <p:nvSpPr>
          <p:cNvPr id="13" name="TextBox 12"/>
          <p:cNvSpPr txBox="1"/>
          <p:nvPr/>
        </p:nvSpPr>
        <p:spPr>
          <a:xfrm>
            <a:off x="228600" y="1965870"/>
            <a:ext cx="4190999" cy="205680"/>
          </a:xfrm>
          <a:prstGeom prst="rect">
            <a:avLst/>
          </a:prstGeom>
          <a:noFill/>
          <a:ln>
            <a:noFill/>
          </a:ln>
        </p:spPr>
        <p:txBody>
          <a:bodyPr wrap="square" lIns="0" tIns="0" rIns="0" bIns="0" anchor="t">
            <a:spAutoFit/>
          </a:bodyPr>
          <a:lstStyle/>
          <a:p>
            <a:pPr algn="ctr"/>
            <a:r>
              <a:rPr sz="1300" b="1" i="0">
                <a:solidFill>
                  <a:srgbClr val="FFFFFF"/>
                </a:solidFill>
                <a:latin typeface="Proxima Nova"/>
              </a:rPr>
              <a:t>Political Instability</a:t>
            </a:r>
          </a:p>
          <a:p>
            <a:pPr algn="ctr">
              <a:spcAft>
                <a:spcPts val="1200"/>
              </a:spcAft>
            </a:pPr>
            <a:r>
              <a:rPr sz="1300" b="0" i="0">
                <a:solidFill>
                  <a:srgbClr val="FFFFFF"/>
                </a:solidFill>
                <a:latin typeface="Proxima Nova"/>
              </a:rPr>
              <a:t>Frequent governmental changes and policy shifts create an unpredictable business environment that discourages long-term investment.</a:t>
            </a:r>
          </a:p>
        </p:txBody>
      </p:sp>
      <p:sp>
        <p:nvSpPr>
          <p:cNvPr id="14" name="Rectangle 13"/>
          <p:cNvSpPr/>
          <p:nvPr/>
        </p:nvSpPr>
        <p:spPr>
          <a:xfrm>
            <a:off x="4724400" y="1508670"/>
            <a:ext cx="4190999" cy="1279921"/>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667500"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67500" y="1508670"/>
            <a:ext cx="304800" cy="304800"/>
          </a:xfrm>
          <a:prstGeom prst="rect">
            <a:avLst/>
          </a:prstGeom>
          <a:noFill/>
          <a:ln>
            <a:noFill/>
          </a:ln>
        </p:spPr>
        <p:txBody>
          <a:bodyPr wrap="square" lIns="0" tIns="0" rIns="0" bIns="0" anchor="t">
            <a:spAutoFit/>
          </a:bodyPr>
          <a:lstStyle/>
          <a:p>
            <a:pPr algn="ctr"/>
            <a:endParaRPr/>
          </a:p>
        </p:txBody>
      </p:sp>
      <p:pic>
        <p:nvPicPr>
          <p:cNvPr id="17" name="Picture 16" descr="tmph8vzaqzq.png"/>
          <p:cNvPicPr>
            <a:picLocks noChangeAspect="1"/>
          </p:cNvPicPr>
          <p:nvPr/>
        </p:nvPicPr>
        <p:blipFill>
          <a:blip r:embed="rId4"/>
          <a:stretch>
            <a:fillRect/>
          </a:stretch>
        </p:blipFill>
        <p:spPr>
          <a:xfrm>
            <a:off x="6667500" y="1508670"/>
            <a:ext cx="304800" cy="304800"/>
          </a:xfrm>
          <a:prstGeom prst="rect">
            <a:avLst/>
          </a:prstGeom>
        </p:spPr>
      </p:pic>
      <p:sp>
        <p:nvSpPr>
          <p:cNvPr id="18" name="TextBox 17"/>
          <p:cNvSpPr txBox="1"/>
          <p:nvPr/>
        </p:nvSpPr>
        <p:spPr>
          <a:xfrm>
            <a:off x="4724400" y="1965870"/>
            <a:ext cx="4190999" cy="205680"/>
          </a:xfrm>
          <a:prstGeom prst="rect">
            <a:avLst/>
          </a:prstGeom>
          <a:noFill/>
          <a:ln>
            <a:noFill/>
          </a:ln>
        </p:spPr>
        <p:txBody>
          <a:bodyPr wrap="square" lIns="0" tIns="0" rIns="0" bIns="0" anchor="t">
            <a:spAutoFit/>
          </a:bodyPr>
          <a:lstStyle/>
          <a:p>
            <a:pPr algn="ctr"/>
            <a:r>
              <a:rPr sz="1300" b="1" i="0">
                <a:solidFill>
                  <a:srgbClr val="FFFFFF"/>
                </a:solidFill>
                <a:latin typeface="Proxima Nova"/>
              </a:rPr>
              <a:t>Infrastructure Issues</a:t>
            </a:r>
          </a:p>
          <a:p>
            <a:pPr algn="ctr">
              <a:spcAft>
                <a:spcPts val="1200"/>
              </a:spcAft>
            </a:pPr>
            <a:r>
              <a:rPr sz="1300" b="0" i="0">
                <a:solidFill>
                  <a:srgbClr val="FFFFFF"/>
                </a:solidFill>
                <a:latin typeface="Proxima Nova"/>
              </a:rPr>
              <a:t>Inadequate transport and communication infrastructures hinder business operations and supply chain efficiencies.</a:t>
            </a:r>
          </a:p>
        </p:txBody>
      </p:sp>
      <p:sp>
        <p:nvSpPr>
          <p:cNvPr id="19" name="Rectangle 18"/>
          <p:cNvSpPr/>
          <p:nvPr/>
        </p:nvSpPr>
        <p:spPr>
          <a:xfrm>
            <a:off x="228600" y="3093392"/>
            <a:ext cx="4190999" cy="1279921"/>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2171700" y="3093392"/>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171700" y="3093392"/>
            <a:ext cx="304800" cy="304800"/>
          </a:xfrm>
          <a:prstGeom prst="rect">
            <a:avLst/>
          </a:prstGeom>
          <a:noFill/>
          <a:ln>
            <a:noFill/>
          </a:ln>
        </p:spPr>
        <p:txBody>
          <a:bodyPr wrap="square" lIns="0" tIns="0" rIns="0" bIns="0" anchor="t">
            <a:spAutoFit/>
          </a:bodyPr>
          <a:lstStyle/>
          <a:p>
            <a:pPr algn="ctr"/>
            <a:endParaRPr/>
          </a:p>
        </p:txBody>
      </p:sp>
      <p:pic>
        <p:nvPicPr>
          <p:cNvPr id="22" name="Picture 21" descr="tmpe16x5ay5.png"/>
          <p:cNvPicPr>
            <a:picLocks noChangeAspect="1"/>
          </p:cNvPicPr>
          <p:nvPr/>
        </p:nvPicPr>
        <p:blipFill>
          <a:blip r:embed="rId5"/>
          <a:stretch>
            <a:fillRect/>
          </a:stretch>
        </p:blipFill>
        <p:spPr>
          <a:xfrm>
            <a:off x="2171700" y="3093392"/>
            <a:ext cx="304800" cy="304800"/>
          </a:xfrm>
          <a:prstGeom prst="rect">
            <a:avLst/>
          </a:prstGeom>
        </p:spPr>
      </p:pic>
      <p:sp>
        <p:nvSpPr>
          <p:cNvPr id="23" name="TextBox 22"/>
          <p:cNvSpPr txBox="1"/>
          <p:nvPr/>
        </p:nvSpPr>
        <p:spPr>
          <a:xfrm>
            <a:off x="228600" y="3550592"/>
            <a:ext cx="4190999" cy="205680"/>
          </a:xfrm>
          <a:prstGeom prst="rect">
            <a:avLst/>
          </a:prstGeom>
          <a:noFill/>
          <a:ln>
            <a:noFill/>
          </a:ln>
        </p:spPr>
        <p:txBody>
          <a:bodyPr wrap="square" lIns="0" tIns="0" rIns="0" bIns="0" anchor="t">
            <a:spAutoFit/>
          </a:bodyPr>
          <a:lstStyle/>
          <a:p>
            <a:pPr algn="ctr"/>
            <a:r>
              <a:rPr sz="1300" b="1" i="0">
                <a:solidFill>
                  <a:srgbClr val="FFFFFF"/>
                </a:solidFill>
                <a:latin typeface="Proxima Nova"/>
              </a:rPr>
              <a:t>Regulatory Environment</a:t>
            </a:r>
          </a:p>
          <a:p>
            <a:pPr algn="ctr">
              <a:spcAft>
                <a:spcPts val="1200"/>
              </a:spcAft>
            </a:pPr>
            <a:r>
              <a:rPr sz="1300" b="0" i="0">
                <a:solidFill>
                  <a:srgbClr val="FFFFFF"/>
                </a:solidFill>
                <a:latin typeface="Proxima Nova"/>
              </a:rPr>
              <a:t>Complex regulatory frameworks and cumbersome bureaucratic processes create significant challenges for business compliance and growth.</a:t>
            </a:r>
          </a:p>
        </p:txBody>
      </p:sp>
      <p:sp>
        <p:nvSpPr>
          <p:cNvPr id="24" name="Rectangle 23"/>
          <p:cNvSpPr/>
          <p:nvPr/>
        </p:nvSpPr>
        <p:spPr>
          <a:xfrm>
            <a:off x="4724400" y="3093392"/>
            <a:ext cx="4190999" cy="1279921"/>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667500" y="3093392"/>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667500" y="3093392"/>
            <a:ext cx="304800" cy="304800"/>
          </a:xfrm>
          <a:prstGeom prst="rect">
            <a:avLst/>
          </a:prstGeom>
          <a:noFill/>
          <a:ln>
            <a:noFill/>
          </a:ln>
        </p:spPr>
        <p:txBody>
          <a:bodyPr wrap="square" lIns="0" tIns="0" rIns="0" bIns="0" anchor="t">
            <a:spAutoFit/>
          </a:bodyPr>
          <a:lstStyle/>
          <a:p>
            <a:pPr algn="ctr"/>
            <a:endParaRPr/>
          </a:p>
        </p:txBody>
      </p:sp>
      <p:pic>
        <p:nvPicPr>
          <p:cNvPr id="27" name="Picture 26" descr="tmpxnaq_6ym.png"/>
          <p:cNvPicPr>
            <a:picLocks noChangeAspect="1"/>
          </p:cNvPicPr>
          <p:nvPr/>
        </p:nvPicPr>
        <p:blipFill>
          <a:blip r:embed="rId6"/>
          <a:stretch>
            <a:fillRect/>
          </a:stretch>
        </p:blipFill>
        <p:spPr>
          <a:xfrm>
            <a:off x="6667500" y="3093392"/>
            <a:ext cx="304800" cy="304800"/>
          </a:xfrm>
          <a:prstGeom prst="rect">
            <a:avLst/>
          </a:prstGeom>
        </p:spPr>
      </p:pic>
      <p:sp>
        <p:nvSpPr>
          <p:cNvPr id="28" name="TextBox 27"/>
          <p:cNvSpPr txBox="1"/>
          <p:nvPr/>
        </p:nvSpPr>
        <p:spPr>
          <a:xfrm>
            <a:off x="4724400" y="3550592"/>
            <a:ext cx="4190999" cy="205680"/>
          </a:xfrm>
          <a:prstGeom prst="rect">
            <a:avLst/>
          </a:prstGeom>
          <a:noFill/>
          <a:ln>
            <a:noFill/>
          </a:ln>
        </p:spPr>
        <p:txBody>
          <a:bodyPr wrap="square" lIns="0" tIns="0" rIns="0" bIns="0" anchor="t">
            <a:spAutoFit/>
          </a:bodyPr>
          <a:lstStyle/>
          <a:p>
            <a:pPr algn="ctr"/>
            <a:r>
              <a:rPr sz="1300" b="1" i="0">
                <a:solidFill>
                  <a:srgbClr val="FFFFFF"/>
                </a:solidFill>
                <a:latin typeface="Proxima Nova"/>
              </a:rPr>
              <a:t>Access to Finance</a:t>
            </a:r>
          </a:p>
          <a:p>
            <a:pPr algn="ctr">
              <a:spcAft>
                <a:spcPts val="1200"/>
              </a:spcAft>
            </a:pPr>
            <a:r>
              <a:rPr sz="1300" b="0" i="0">
                <a:solidFill>
                  <a:srgbClr val="FFFFFF"/>
                </a:solidFill>
                <a:latin typeface="Proxima Nova"/>
              </a:rPr>
              <a:t>Limited access to financing options for small and medium enterprises constrains innovation and expansion capabilities.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t>Cultural Barriers to Business Success</a:t>
            </a:r>
          </a:p>
        </p:txBody>
      </p:sp>
      <p:sp>
        <p:nvSpPr>
          <p:cNvPr id="4" name="Subtitle 3"/>
          <p:cNvSpPr>
            <a:spLocks noGrp="1"/>
          </p:cNvSpPr>
          <p:nvPr>
            <p:ph type="subTitle" idx="2"/>
          </p:nvPr>
        </p:nvSpPr>
        <p:spPr/>
        <p:txBody>
          <a:bodyPr>
            <a:normAutofit/>
          </a:bodyPr>
          <a:lstStyle/>
          <a:p>
            <a:r>
              <a:t>Socio-Cultural Factors, Resistance to Change, Relationship Building</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300" b="0" i="0">
                <a:solidFill>
                  <a:srgbClr val="FFFFFF"/>
                </a:solidFill>
                <a:latin typeface="Proxima Nova"/>
              </a:defRPr>
            </a:pPr>
            <a:endParaRPr/>
          </a:p>
        </p:txBody>
      </p:sp>
      <p:sp>
        <p:nvSpPr>
          <p:cNvPr id="7" name="Rectangle 6"/>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28600" y="1508670"/>
            <a:ext cx="8686800" cy="2864643"/>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28600" y="1508670"/>
            <a:ext cx="4190999" cy="1279921"/>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171700"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171700" y="1508670"/>
            <a:ext cx="304800" cy="304800"/>
          </a:xfrm>
          <a:prstGeom prst="rect">
            <a:avLst/>
          </a:prstGeom>
          <a:noFill/>
          <a:ln>
            <a:noFill/>
          </a:ln>
        </p:spPr>
        <p:txBody>
          <a:bodyPr wrap="square" lIns="0" tIns="0" rIns="0" bIns="0" anchor="t">
            <a:spAutoFit/>
          </a:bodyPr>
          <a:lstStyle/>
          <a:p>
            <a:pPr algn="ctr"/>
            <a:endParaRPr/>
          </a:p>
        </p:txBody>
      </p:sp>
      <p:pic>
        <p:nvPicPr>
          <p:cNvPr id="12" name="Picture 11" descr="tmpvfvgqy5w.png"/>
          <p:cNvPicPr>
            <a:picLocks noChangeAspect="1"/>
          </p:cNvPicPr>
          <p:nvPr/>
        </p:nvPicPr>
        <p:blipFill>
          <a:blip r:embed="rId3"/>
          <a:stretch>
            <a:fillRect/>
          </a:stretch>
        </p:blipFill>
        <p:spPr>
          <a:xfrm>
            <a:off x="2171700" y="1508670"/>
            <a:ext cx="304800" cy="304800"/>
          </a:xfrm>
          <a:prstGeom prst="rect">
            <a:avLst/>
          </a:prstGeom>
        </p:spPr>
      </p:pic>
      <p:sp>
        <p:nvSpPr>
          <p:cNvPr id="13" name="TextBox 12"/>
          <p:cNvSpPr txBox="1"/>
          <p:nvPr/>
        </p:nvSpPr>
        <p:spPr>
          <a:xfrm>
            <a:off x="228600" y="1965870"/>
            <a:ext cx="4190999" cy="205680"/>
          </a:xfrm>
          <a:prstGeom prst="rect">
            <a:avLst/>
          </a:prstGeom>
          <a:noFill/>
          <a:ln>
            <a:noFill/>
          </a:ln>
        </p:spPr>
        <p:txBody>
          <a:bodyPr wrap="square" lIns="0" tIns="0" rIns="0" bIns="0" anchor="t">
            <a:spAutoFit/>
          </a:bodyPr>
          <a:lstStyle/>
          <a:p>
            <a:pPr algn="ctr"/>
            <a:r>
              <a:rPr sz="1300" b="1" i="0">
                <a:solidFill>
                  <a:srgbClr val="FFFFFF"/>
                </a:solidFill>
                <a:latin typeface="Proxima Nova"/>
              </a:rPr>
              <a:t>Socio-Cultural Factors</a:t>
            </a:r>
          </a:p>
          <a:p>
            <a:pPr algn="ctr">
              <a:spcAft>
                <a:spcPts val="1200"/>
              </a:spcAft>
            </a:pPr>
            <a:r>
              <a:rPr sz="1300" b="0" i="0">
                <a:solidFill>
                  <a:srgbClr val="FFFFFF"/>
                </a:solidFill>
                <a:latin typeface="Proxima Nova"/>
              </a:rPr>
              <a:t>Societal norms and expectations dictate business practices, influencing decision-making and operational methods in Nepal.</a:t>
            </a:r>
          </a:p>
        </p:txBody>
      </p:sp>
      <p:sp>
        <p:nvSpPr>
          <p:cNvPr id="14" name="Rectangle 13"/>
          <p:cNvSpPr/>
          <p:nvPr/>
        </p:nvSpPr>
        <p:spPr>
          <a:xfrm>
            <a:off x="4724400" y="1508670"/>
            <a:ext cx="4190999" cy="1279921"/>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667500"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67500" y="1508670"/>
            <a:ext cx="304800" cy="304800"/>
          </a:xfrm>
          <a:prstGeom prst="rect">
            <a:avLst/>
          </a:prstGeom>
          <a:noFill/>
          <a:ln>
            <a:noFill/>
          </a:ln>
        </p:spPr>
        <p:txBody>
          <a:bodyPr wrap="square" lIns="0" tIns="0" rIns="0" bIns="0" anchor="t">
            <a:spAutoFit/>
          </a:bodyPr>
          <a:lstStyle/>
          <a:p>
            <a:pPr algn="ctr"/>
            <a:endParaRPr/>
          </a:p>
        </p:txBody>
      </p:sp>
      <p:pic>
        <p:nvPicPr>
          <p:cNvPr id="17" name="Picture 16" descr="tmpu3tpds9z.png"/>
          <p:cNvPicPr>
            <a:picLocks noChangeAspect="1"/>
          </p:cNvPicPr>
          <p:nvPr/>
        </p:nvPicPr>
        <p:blipFill>
          <a:blip r:embed="rId4"/>
          <a:stretch>
            <a:fillRect/>
          </a:stretch>
        </p:blipFill>
        <p:spPr>
          <a:xfrm>
            <a:off x="6667500" y="1508670"/>
            <a:ext cx="304800" cy="304800"/>
          </a:xfrm>
          <a:prstGeom prst="rect">
            <a:avLst/>
          </a:prstGeom>
        </p:spPr>
      </p:pic>
      <p:sp>
        <p:nvSpPr>
          <p:cNvPr id="18" name="TextBox 17"/>
          <p:cNvSpPr txBox="1"/>
          <p:nvPr/>
        </p:nvSpPr>
        <p:spPr>
          <a:xfrm>
            <a:off x="4724400" y="1965870"/>
            <a:ext cx="4190999" cy="205680"/>
          </a:xfrm>
          <a:prstGeom prst="rect">
            <a:avLst/>
          </a:prstGeom>
          <a:noFill/>
          <a:ln>
            <a:noFill/>
          </a:ln>
        </p:spPr>
        <p:txBody>
          <a:bodyPr wrap="square" lIns="0" tIns="0" rIns="0" bIns="0" anchor="t">
            <a:spAutoFit/>
          </a:bodyPr>
          <a:lstStyle/>
          <a:p>
            <a:pPr algn="ctr"/>
            <a:r>
              <a:rPr sz="1300" b="1" i="0">
                <a:solidFill>
                  <a:srgbClr val="FFFFFF"/>
                </a:solidFill>
                <a:latin typeface="Proxima Nova"/>
              </a:rPr>
              <a:t>Resistance to Change</a:t>
            </a:r>
          </a:p>
          <a:p>
            <a:pPr algn="ctr">
              <a:spcAft>
                <a:spcPts val="1200"/>
              </a:spcAft>
            </a:pPr>
            <a:r>
              <a:rPr sz="1300" b="0" i="0">
                <a:solidFill>
                  <a:srgbClr val="FFFFFF"/>
                </a:solidFill>
                <a:latin typeface="Proxima Nova"/>
              </a:rPr>
              <a:t>Cultural adherence to traditional practices can create resistance against new methodologies or innovative practices.</a:t>
            </a:r>
          </a:p>
        </p:txBody>
      </p:sp>
      <p:sp>
        <p:nvSpPr>
          <p:cNvPr id="19" name="Rectangle 18"/>
          <p:cNvSpPr/>
          <p:nvPr/>
        </p:nvSpPr>
        <p:spPr>
          <a:xfrm>
            <a:off x="228600" y="3093392"/>
            <a:ext cx="4190999" cy="1279921"/>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2171700" y="3093392"/>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171700" y="3093392"/>
            <a:ext cx="304800" cy="304800"/>
          </a:xfrm>
          <a:prstGeom prst="rect">
            <a:avLst/>
          </a:prstGeom>
          <a:noFill/>
          <a:ln>
            <a:noFill/>
          </a:ln>
        </p:spPr>
        <p:txBody>
          <a:bodyPr wrap="square" lIns="0" tIns="0" rIns="0" bIns="0" anchor="t">
            <a:spAutoFit/>
          </a:bodyPr>
          <a:lstStyle/>
          <a:p>
            <a:pPr algn="ctr"/>
            <a:endParaRPr/>
          </a:p>
        </p:txBody>
      </p:sp>
      <p:pic>
        <p:nvPicPr>
          <p:cNvPr id="22" name="Picture 21" descr="tmpg5012c2b.png"/>
          <p:cNvPicPr>
            <a:picLocks noChangeAspect="1"/>
          </p:cNvPicPr>
          <p:nvPr/>
        </p:nvPicPr>
        <p:blipFill>
          <a:blip r:embed="rId5"/>
          <a:stretch>
            <a:fillRect/>
          </a:stretch>
        </p:blipFill>
        <p:spPr>
          <a:xfrm>
            <a:off x="2171700" y="3093392"/>
            <a:ext cx="304800" cy="304800"/>
          </a:xfrm>
          <a:prstGeom prst="rect">
            <a:avLst/>
          </a:prstGeom>
        </p:spPr>
      </p:pic>
      <p:sp>
        <p:nvSpPr>
          <p:cNvPr id="23" name="TextBox 22"/>
          <p:cNvSpPr txBox="1"/>
          <p:nvPr/>
        </p:nvSpPr>
        <p:spPr>
          <a:xfrm>
            <a:off x="228600" y="3550592"/>
            <a:ext cx="4190999" cy="205680"/>
          </a:xfrm>
          <a:prstGeom prst="rect">
            <a:avLst/>
          </a:prstGeom>
          <a:noFill/>
          <a:ln>
            <a:noFill/>
          </a:ln>
        </p:spPr>
        <p:txBody>
          <a:bodyPr wrap="square" lIns="0" tIns="0" rIns="0" bIns="0" anchor="t">
            <a:spAutoFit/>
          </a:bodyPr>
          <a:lstStyle/>
          <a:p>
            <a:pPr algn="ctr"/>
            <a:r>
              <a:rPr sz="1300" b="1" i="0">
                <a:solidFill>
                  <a:srgbClr val="FFFFFF"/>
                </a:solidFill>
                <a:latin typeface="Proxima Nova"/>
              </a:rPr>
              <a:t>Importance of Relationships</a:t>
            </a:r>
          </a:p>
          <a:p>
            <a:pPr algn="ctr">
              <a:spcAft>
                <a:spcPts val="1200"/>
              </a:spcAft>
            </a:pPr>
            <a:r>
              <a:rPr sz="1300" b="0" i="0">
                <a:solidFill>
                  <a:srgbClr val="FFFFFF"/>
                </a:solidFill>
                <a:latin typeface="Proxima Nova"/>
              </a:rPr>
              <a:t>Building personal relationships is essential for doing business, often superseding formal agreements and contracts.</a:t>
            </a:r>
          </a:p>
        </p:txBody>
      </p:sp>
      <p:sp>
        <p:nvSpPr>
          <p:cNvPr id="24" name="Rectangle 23"/>
          <p:cNvSpPr/>
          <p:nvPr/>
        </p:nvSpPr>
        <p:spPr>
          <a:xfrm>
            <a:off x="4724400" y="3093392"/>
            <a:ext cx="4190999" cy="1279921"/>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667500" y="3093392"/>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667500" y="3093392"/>
            <a:ext cx="304800" cy="304800"/>
          </a:xfrm>
          <a:prstGeom prst="rect">
            <a:avLst/>
          </a:prstGeom>
          <a:noFill/>
          <a:ln>
            <a:noFill/>
          </a:ln>
        </p:spPr>
        <p:txBody>
          <a:bodyPr wrap="square" lIns="0" tIns="0" rIns="0" bIns="0" anchor="t">
            <a:spAutoFit/>
          </a:bodyPr>
          <a:lstStyle/>
          <a:p>
            <a:pPr algn="ctr"/>
            <a:endParaRPr/>
          </a:p>
        </p:txBody>
      </p:sp>
      <p:pic>
        <p:nvPicPr>
          <p:cNvPr id="27" name="Picture 26" descr="tmpd8y44psh.png"/>
          <p:cNvPicPr>
            <a:picLocks noChangeAspect="1"/>
          </p:cNvPicPr>
          <p:nvPr/>
        </p:nvPicPr>
        <p:blipFill>
          <a:blip r:embed="rId6"/>
          <a:stretch>
            <a:fillRect/>
          </a:stretch>
        </p:blipFill>
        <p:spPr>
          <a:xfrm>
            <a:off x="6667500" y="3093392"/>
            <a:ext cx="304800" cy="304800"/>
          </a:xfrm>
          <a:prstGeom prst="rect">
            <a:avLst/>
          </a:prstGeom>
        </p:spPr>
      </p:pic>
      <p:sp>
        <p:nvSpPr>
          <p:cNvPr id="28" name="TextBox 27"/>
          <p:cNvSpPr txBox="1"/>
          <p:nvPr/>
        </p:nvSpPr>
        <p:spPr>
          <a:xfrm>
            <a:off x="4724400" y="3550592"/>
            <a:ext cx="4190999" cy="205680"/>
          </a:xfrm>
          <a:prstGeom prst="rect">
            <a:avLst/>
          </a:prstGeom>
          <a:noFill/>
          <a:ln>
            <a:noFill/>
          </a:ln>
        </p:spPr>
        <p:txBody>
          <a:bodyPr wrap="square" lIns="0" tIns="0" rIns="0" bIns="0" anchor="t">
            <a:spAutoFit/>
          </a:bodyPr>
          <a:lstStyle/>
          <a:p>
            <a:pPr algn="ctr"/>
            <a:r>
              <a:rPr sz="1300" b="1" i="0">
                <a:solidFill>
                  <a:srgbClr val="FFFFFF"/>
                </a:solidFill>
                <a:latin typeface="Proxima Nova"/>
              </a:rPr>
              <a:t>Networking Challenges</a:t>
            </a:r>
          </a:p>
          <a:p>
            <a:pPr algn="ctr">
              <a:spcAft>
                <a:spcPts val="1200"/>
              </a:spcAft>
            </a:pPr>
            <a:r>
              <a:rPr sz="1300" b="0" i="0">
                <a:solidFill>
                  <a:srgbClr val="FFFFFF"/>
                </a:solidFill>
                <a:latin typeface="Proxima Nova"/>
              </a:rPr>
              <a:t>Limited networking opportunities can restrict the exchange of ideas and collaboration among businesses, impeding growth.</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t>Impact of Globalization on Local Business Practices</a:t>
            </a:r>
          </a:p>
        </p:txBody>
      </p:sp>
      <p:sp>
        <p:nvSpPr>
          <p:cNvPr id="4" name="Subtitle 3"/>
          <p:cNvSpPr>
            <a:spLocks noGrp="1"/>
          </p:cNvSpPr>
          <p:nvPr>
            <p:ph type="subTitle" idx="2"/>
          </p:nvPr>
        </p:nvSpPr>
        <p:spPr/>
        <p:txBody>
          <a:bodyPr>
            <a:normAutofit/>
          </a:bodyPr>
          <a:lstStyle/>
          <a:p>
            <a:r>
              <a:t>Cultural Exchange, Market Influence, Adaptation Challenges</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300" b="0" i="0">
                <a:solidFill>
                  <a:srgbClr val="FFFFFF"/>
                </a:solidFill>
                <a:latin typeface="Proxima Nova"/>
              </a:defRPr>
            </a:pPr>
            <a:endParaRPr/>
          </a:p>
        </p:txBody>
      </p:sp>
      <p:sp>
        <p:nvSpPr>
          <p:cNvPr id="7" name="Rectangle 6"/>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28600" y="1508670"/>
            <a:ext cx="8686800" cy="2864643"/>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28600" y="1508670"/>
            <a:ext cx="4190999" cy="1279921"/>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171700"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171700" y="1508670"/>
            <a:ext cx="304800" cy="304800"/>
          </a:xfrm>
          <a:prstGeom prst="rect">
            <a:avLst/>
          </a:prstGeom>
          <a:noFill/>
          <a:ln>
            <a:noFill/>
          </a:ln>
        </p:spPr>
        <p:txBody>
          <a:bodyPr wrap="square" lIns="0" tIns="0" rIns="0" bIns="0" anchor="t">
            <a:spAutoFit/>
          </a:bodyPr>
          <a:lstStyle/>
          <a:p>
            <a:pPr algn="ctr"/>
            <a:endParaRPr/>
          </a:p>
        </p:txBody>
      </p:sp>
      <p:pic>
        <p:nvPicPr>
          <p:cNvPr id="12" name="Picture 11" descr="image.png"/>
          <p:cNvPicPr>
            <a:picLocks noChangeAspect="1"/>
          </p:cNvPicPr>
          <p:nvPr/>
        </p:nvPicPr>
        <p:blipFill>
          <a:blip r:embed="rId3"/>
          <a:stretch>
            <a:fillRect/>
          </a:stretch>
        </p:blipFill>
        <p:spPr>
          <a:xfrm>
            <a:off x="2171700" y="1508670"/>
            <a:ext cx="304800" cy="304800"/>
          </a:xfrm>
          <a:prstGeom prst="rect">
            <a:avLst/>
          </a:prstGeom>
        </p:spPr>
      </p:pic>
      <p:sp>
        <p:nvSpPr>
          <p:cNvPr id="13" name="TextBox 12"/>
          <p:cNvSpPr txBox="1"/>
          <p:nvPr/>
        </p:nvSpPr>
        <p:spPr>
          <a:xfrm>
            <a:off x="228600" y="1965870"/>
            <a:ext cx="4190999" cy="205680"/>
          </a:xfrm>
          <a:prstGeom prst="rect">
            <a:avLst/>
          </a:prstGeom>
          <a:noFill/>
          <a:ln>
            <a:noFill/>
          </a:ln>
        </p:spPr>
        <p:txBody>
          <a:bodyPr wrap="square" lIns="0" tIns="0" rIns="0" bIns="0" anchor="t">
            <a:spAutoFit/>
          </a:bodyPr>
          <a:lstStyle/>
          <a:p>
            <a:pPr algn="ctr"/>
            <a:r>
              <a:rPr sz="1300" b="1" i="0">
                <a:solidFill>
                  <a:srgbClr val="FFFFFF"/>
                </a:solidFill>
                <a:latin typeface="Proxima Nova"/>
              </a:rPr>
              <a:t>Cultural Exchange</a:t>
            </a:r>
          </a:p>
          <a:p>
            <a:pPr algn="ctr">
              <a:spcAft>
                <a:spcPts val="1200"/>
              </a:spcAft>
            </a:pPr>
            <a:r>
              <a:rPr sz="1300" b="0" i="0">
                <a:solidFill>
                  <a:srgbClr val="FFFFFF"/>
                </a:solidFill>
                <a:latin typeface="Proxima Nova"/>
              </a:rPr>
              <a:t>Globalization facilitates the exchange of ideas and practices, enriching Nepalese business culture while introducing new challenges.</a:t>
            </a:r>
          </a:p>
        </p:txBody>
      </p:sp>
      <p:sp>
        <p:nvSpPr>
          <p:cNvPr id="14" name="Rectangle 13"/>
          <p:cNvSpPr/>
          <p:nvPr/>
        </p:nvSpPr>
        <p:spPr>
          <a:xfrm>
            <a:off x="4724400" y="1508670"/>
            <a:ext cx="4190999" cy="1279921"/>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667500"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67500" y="1508670"/>
            <a:ext cx="304800" cy="304800"/>
          </a:xfrm>
          <a:prstGeom prst="rect">
            <a:avLst/>
          </a:prstGeom>
          <a:noFill/>
          <a:ln>
            <a:noFill/>
          </a:ln>
        </p:spPr>
        <p:txBody>
          <a:bodyPr wrap="square" lIns="0" tIns="0" rIns="0" bIns="0" anchor="t">
            <a:spAutoFit/>
          </a:bodyPr>
          <a:lstStyle/>
          <a:p>
            <a:pPr algn="ctr"/>
            <a:endParaRPr/>
          </a:p>
        </p:txBody>
      </p:sp>
      <p:pic>
        <p:nvPicPr>
          <p:cNvPr id="17" name="Picture 16" descr="tmp8pa7luro.png"/>
          <p:cNvPicPr>
            <a:picLocks noChangeAspect="1"/>
          </p:cNvPicPr>
          <p:nvPr/>
        </p:nvPicPr>
        <p:blipFill>
          <a:blip r:embed="rId4"/>
          <a:stretch>
            <a:fillRect/>
          </a:stretch>
        </p:blipFill>
        <p:spPr>
          <a:xfrm>
            <a:off x="6667500" y="1508670"/>
            <a:ext cx="304800" cy="304800"/>
          </a:xfrm>
          <a:prstGeom prst="rect">
            <a:avLst/>
          </a:prstGeom>
        </p:spPr>
      </p:pic>
      <p:sp>
        <p:nvSpPr>
          <p:cNvPr id="18" name="TextBox 17"/>
          <p:cNvSpPr txBox="1"/>
          <p:nvPr/>
        </p:nvSpPr>
        <p:spPr>
          <a:xfrm>
            <a:off x="4724400" y="1965870"/>
            <a:ext cx="4190999" cy="205680"/>
          </a:xfrm>
          <a:prstGeom prst="rect">
            <a:avLst/>
          </a:prstGeom>
          <a:noFill/>
          <a:ln>
            <a:noFill/>
          </a:ln>
        </p:spPr>
        <p:txBody>
          <a:bodyPr wrap="square" lIns="0" tIns="0" rIns="0" bIns="0" anchor="t">
            <a:spAutoFit/>
          </a:bodyPr>
          <a:lstStyle/>
          <a:p>
            <a:pPr algn="ctr"/>
            <a:r>
              <a:rPr sz="1300" b="1" i="0">
                <a:solidFill>
                  <a:srgbClr val="FFFFFF"/>
                </a:solidFill>
                <a:latin typeface="Proxima Nova"/>
              </a:rPr>
              <a:t>Market Influence</a:t>
            </a:r>
          </a:p>
          <a:p>
            <a:pPr algn="ctr">
              <a:spcAft>
                <a:spcPts val="1200"/>
              </a:spcAft>
            </a:pPr>
            <a:r>
              <a:rPr sz="1300" b="0" i="0">
                <a:solidFill>
                  <a:srgbClr val="FFFFFF"/>
                </a:solidFill>
                <a:latin typeface="Proxima Nova"/>
              </a:rPr>
              <a:t>The influx of foreign competition impacts local enterprises and changes consumer expectations and behaviors.</a:t>
            </a:r>
          </a:p>
        </p:txBody>
      </p:sp>
      <p:sp>
        <p:nvSpPr>
          <p:cNvPr id="19" name="Rectangle 18"/>
          <p:cNvSpPr/>
          <p:nvPr/>
        </p:nvSpPr>
        <p:spPr>
          <a:xfrm>
            <a:off x="228600" y="3093392"/>
            <a:ext cx="4190999" cy="1279921"/>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2171700" y="3093392"/>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171700" y="3093392"/>
            <a:ext cx="304800" cy="304800"/>
          </a:xfrm>
          <a:prstGeom prst="rect">
            <a:avLst/>
          </a:prstGeom>
          <a:noFill/>
          <a:ln>
            <a:noFill/>
          </a:ln>
        </p:spPr>
        <p:txBody>
          <a:bodyPr wrap="square" lIns="0" tIns="0" rIns="0" bIns="0" anchor="t">
            <a:spAutoFit/>
          </a:bodyPr>
          <a:lstStyle/>
          <a:p>
            <a:pPr algn="ctr"/>
            <a:endParaRPr/>
          </a:p>
        </p:txBody>
      </p:sp>
      <p:pic>
        <p:nvPicPr>
          <p:cNvPr id="22" name="Picture 21" descr="tmpigcw8wjd.png"/>
          <p:cNvPicPr>
            <a:picLocks noChangeAspect="1"/>
          </p:cNvPicPr>
          <p:nvPr/>
        </p:nvPicPr>
        <p:blipFill>
          <a:blip r:embed="rId5"/>
          <a:stretch>
            <a:fillRect/>
          </a:stretch>
        </p:blipFill>
        <p:spPr>
          <a:xfrm>
            <a:off x="2171700" y="3093392"/>
            <a:ext cx="304800" cy="304800"/>
          </a:xfrm>
          <a:prstGeom prst="rect">
            <a:avLst/>
          </a:prstGeom>
        </p:spPr>
      </p:pic>
      <p:sp>
        <p:nvSpPr>
          <p:cNvPr id="23" name="TextBox 22"/>
          <p:cNvSpPr txBox="1"/>
          <p:nvPr/>
        </p:nvSpPr>
        <p:spPr>
          <a:xfrm>
            <a:off x="228600" y="3550592"/>
            <a:ext cx="4190999" cy="205680"/>
          </a:xfrm>
          <a:prstGeom prst="rect">
            <a:avLst/>
          </a:prstGeom>
          <a:noFill/>
          <a:ln>
            <a:noFill/>
          </a:ln>
        </p:spPr>
        <p:txBody>
          <a:bodyPr wrap="square" lIns="0" tIns="0" rIns="0" bIns="0" anchor="t">
            <a:spAutoFit/>
          </a:bodyPr>
          <a:lstStyle/>
          <a:p>
            <a:pPr algn="ctr"/>
            <a:r>
              <a:rPr sz="1300" b="1" i="0">
                <a:solidFill>
                  <a:srgbClr val="FFFFFF"/>
                </a:solidFill>
                <a:latin typeface="Proxima Nova"/>
              </a:rPr>
              <a:t>Adaptation Challenges</a:t>
            </a:r>
          </a:p>
          <a:p>
            <a:pPr algn="ctr">
              <a:spcAft>
                <a:spcPts val="1200"/>
              </a:spcAft>
            </a:pPr>
            <a:r>
              <a:rPr sz="1300" b="0" i="0">
                <a:solidFill>
                  <a:srgbClr val="FFFFFF"/>
                </a:solidFill>
                <a:latin typeface="Proxima Nova"/>
              </a:rPr>
              <a:t>Businesses face difficulties in adapting to globalization, balancing traditional values while integrating modern practices.</a:t>
            </a:r>
          </a:p>
        </p:txBody>
      </p:sp>
      <p:sp>
        <p:nvSpPr>
          <p:cNvPr id="24" name="Rectangle 23"/>
          <p:cNvSpPr/>
          <p:nvPr/>
        </p:nvSpPr>
        <p:spPr>
          <a:xfrm>
            <a:off x="4724400" y="3093392"/>
            <a:ext cx="4190999" cy="1279921"/>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667500" y="3093392"/>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667500" y="3093392"/>
            <a:ext cx="304800" cy="304800"/>
          </a:xfrm>
          <a:prstGeom prst="rect">
            <a:avLst/>
          </a:prstGeom>
          <a:noFill/>
          <a:ln>
            <a:noFill/>
          </a:ln>
        </p:spPr>
        <p:txBody>
          <a:bodyPr wrap="square" lIns="0" tIns="0" rIns="0" bIns="0" anchor="t">
            <a:spAutoFit/>
          </a:bodyPr>
          <a:lstStyle/>
          <a:p>
            <a:pPr algn="ctr"/>
            <a:endParaRPr/>
          </a:p>
        </p:txBody>
      </p:sp>
      <p:pic>
        <p:nvPicPr>
          <p:cNvPr id="27" name="Picture 26" descr="tmp61xn9v46.png"/>
          <p:cNvPicPr>
            <a:picLocks noChangeAspect="1"/>
          </p:cNvPicPr>
          <p:nvPr/>
        </p:nvPicPr>
        <p:blipFill>
          <a:blip r:embed="rId6"/>
          <a:stretch>
            <a:fillRect/>
          </a:stretch>
        </p:blipFill>
        <p:spPr>
          <a:xfrm>
            <a:off x="6667500" y="3093392"/>
            <a:ext cx="304800" cy="304800"/>
          </a:xfrm>
          <a:prstGeom prst="rect">
            <a:avLst/>
          </a:prstGeom>
        </p:spPr>
      </p:pic>
      <p:sp>
        <p:nvSpPr>
          <p:cNvPr id="28" name="TextBox 27"/>
          <p:cNvSpPr txBox="1"/>
          <p:nvPr/>
        </p:nvSpPr>
        <p:spPr>
          <a:xfrm>
            <a:off x="4724400" y="3550592"/>
            <a:ext cx="4190999" cy="205680"/>
          </a:xfrm>
          <a:prstGeom prst="rect">
            <a:avLst/>
          </a:prstGeom>
          <a:noFill/>
          <a:ln>
            <a:noFill/>
          </a:ln>
        </p:spPr>
        <p:txBody>
          <a:bodyPr wrap="square" lIns="0" tIns="0" rIns="0" bIns="0" anchor="t">
            <a:spAutoFit/>
          </a:bodyPr>
          <a:lstStyle/>
          <a:p>
            <a:pPr algn="ctr"/>
            <a:r>
              <a:rPr sz="1300" b="1" i="0">
                <a:solidFill>
                  <a:srgbClr val="FFFFFF"/>
                </a:solidFill>
                <a:latin typeface="Proxima Nova"/>
              </a:rPr>
              <a:t>Skill Development</a:t>
            </a:r>
          </a:p>
          <a:p>
            <a:pPr algn="ctr">
              <a:spcAft>
                <a:spcPts val="1200"/>
              </a:spcAft>
            </a:pPr>
            <a:r>
              <a:rPr sz="1300" b="0" i="0">
                <a:solidFill>
                  <a:srgbClr val="FFFFFF"/>
                </a:solidFill>
                <a:latin typeface="Proxima Nova"/>
              </a:rPr>
              <a:t>Globalization necessitates skill development programs to prepare the workforce for emerging business practices and technologies.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t>Case Studies: Successful Management Practices in Nepal</a:t>
            </a:r>
          </a:p>
        </p:txBody>
      </p:sp>
      <p:sp>
        <p:nvSpPr>
          <p:cNvPr id="4" name="Subtitle 3"/>
          <p:cNvSpPr>
            <a:spLocks noGrp="1"/>
          </p:cNvSpPr>
          <p:nvPr>
            <p:ph type="subTitle" idx="2"/>
          </p:nvPr>
        </p:nvSpPr>
        <p:spPr/>
        <p:txBody>
          <a:bodyPr>
            <a:normAutofit/>
          </a:bodyPr>
          <a:lstStyle/>
          <a:p>
            <a:r>
              <a:t>Best Practices, Lessons Learned, Sustainability Factors</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300" b="0" i="0">
                <a:solidFill>
                  <a:srgbClr val="FFFFFF"/>
                </a:solidFill>
                <a:latin typeface="Proxima Nova"/>
              </a:defRPr>
            </a:pPr>
            <a:endParaRPr/>
          </a:p>
        </p:txBody>
      </p:sp>
      <p:sp>
        <p:nvSpPr>
          <p:cNvPr id="7" name="Rectangle 6"/>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28600" y="1508670"/>
            <a:ext cx="8686800" cy="1279921"/>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28600" y="1508670"/>
            <a:ext cx="4190999" cy="1279921"/>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171700"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171700" y="1508670"/>
            <a:ext cx="304800" cy="304800"/>
          </a:xfrm>
          <a:prstGeom prst="rect">
            <a:avLst/>
          </a:prstGeom>
          <a:noFill/>
          <a:ln>
            <a:noFill/>
          </a:ln>
        </p:spPr>
        <p:txBody>
          <a:bodyPr wrap="square" lIns="0" tIns="0" rIns="0" bIns="0" anchor="t">
            <a:spAutoFit/>
          </a:bodyPr>
          <a:lstStyle/>
          <a:p>
            <a:pPr algn="ctr"/>
            <a:endParaRPr/>
          </a:p>
        </p:txBody>
      </p:sp>
      <p:pic>
        <p:nvPicPr>
          <p:cNvPr id="12" name="Picture 11" descr="tmpz0oaj1ez.png"/>
          <p:cNvPicPr>
            <a:picLocks noChangeAspect="1"/>
          </p:cNvPicPr>
          <p:nvPr/>
        </p:nvPicPr>
        <p:blipFill>
          <a:blip r:embed="rId3"/>
          <a:stretch>
            <a:fillRect/>
          </a:stretch>
        </p:blipFill>
        <p:spPr>
          <a:xfrm>
            <a:off x="2171700" y="1508670"/>
            <a:ext cx="304800" cy="304800"/>
          </a:xfrm>
          <a:prstGeom prst="rect">
            <a:avLst/>
          </a:prstGeom>
        </p:spPr>
      </p:pic>
      <p:sp>
        <p:nvSpPr>
          <p:cNvPr id="13" name="TextBox 12"/>
          <p:cNvSpPr txBox="1"/>
          <p:nvPr/>
        </p:nvSpPr>
        <p:spPr>
          <a:xfrm>
            <a:off x="228600" y="1965870"/>
            <a:ext cx="4190999" cy="205680"/>
          </a:xfrm>
          <a:prstGeom prst="rect">
            <a:avLst/>
          </a:prstGeom>
          <a:noFill/>
          <a:ln>
            <a:noFill/>
          </a:ln>
        </p:spPr>
        <p:txBody>
          <a:bodyPr wrap="square" lIns="0" tIns="0" rIns="0" bIns="0" anchor="t">
            <a:spAutoFit/>
          </a:bodyPr>
          <a:lstStyle/>
          <a:p>
            <a:pPr algn="ctr"/>
            <a:r>
              <a:rPr sz="1300" b="1" i="0">
                <a:solidFill>
                  <a:srgbClr val="FFFFFF"/>
                </a:solidFill>
                <a:latin typeface="Proxima Nova"/>
              </a:rPr>
              <a:t>Best Practices Highlighted</a:t>
            </a:r>
          </a:p>
          <a:p>
            <a:pPr algn="ctr">
              <a:spcAft>
                <a:spcPts val="1200"/>
              </a:spcAft>
            </a:pPr>
            <a:r>
              <a:rPr sz="1300" b="0" i="0">
                <a:solidFill>
                  <a:srgbClr val="FFFFFF"/>
                </a:solidFill>
                <a:latin typeface="Proxima Nova"/>
              </a:rPr>
              <a:t>Case studies reveal practical applications of successful management practices tailored to local contexts and challenges.</a:t>
            </a:r>
          </a:p>
        </p:txBody>
      </p:sp>
      <p:sp>
        <p:nvSpPr>
          <p:cNvPr id="14" name="Rectangle 13"/>
          <p:cNvSpPr/>
          <p:nvPr/>
        </p:nvSpPr>
        <p:spPr>
          <a:xfrm>
            <a:off x="4724400" y="1508670"/>
            <a:ext cx="4190999" cy="1279921"/>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667500"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67500" y="1508670"/>
            <a:ext cx="304800" cy="304800"/>
          </a:xfrm>
          <a:prstGeom prst="rect">
            <a:avLst/>
          </a:prstGeom>
          <a:noFill/>
          <a:ln>
            <a:noFill/>
          </a:ln>
        </p:spPr>
        <p:txBody>
          <a:bodyPr wrap="square" lIns="0" tIns="0" rIns="0" bIns="0" anchor="t">
            <a:spAutoFit/>
          </a:bodyPr>
          <a:lstStyle/>
          <a:p>
            <a:pPr algn="ctr"/>
            <a:endParaRPr/>
          </a:p>
        </p:txBody>
      </p:sp>
      <p:pic>
        <p:nvPicPr>
          <p:cNvPr id="17" name="Picture 16" descr="tmp91mjfqvu.png"/>
          <p:cNvPicPr>
            <a:picLocks noChangeAspect="1"/>
          </p:cNvPicPr>
          <p:nvPr/>
        </p:nvPicPr>
        <p:blipFill>
          <a:blip r:embed="rId4"/>
          <a:stretch>
            <a:fillRect/>
          </a:stretch>
        </p:blipFill>
        <p:spPr>
          <a:xfrm>
            <a:off x="6667500" y="1508670"/>
            <a:ext cx="304800" cy="304800"/>
          </a:xfrm>
          <a:prstGeom prst="rect">
            <a:avLst/>
          </a:prstGeom>
        </p:spPr>
      </p:pic>
      <p:sp>
        <p:nvSpPr>
          <p:cNvPr id="18" name="TextBox 17"/>
          <p:cNvSpPr txBox="1"/>
          <p:nvPr/>
        </p:nvSpPr>
        <p:spPr>
          <a:xfrm>
            <a:off x="4724400" y="1965870"/>
            <a:ext cx="4190999" cy="205680"/>
          </a:xfrm>
          <a:prstGeom prst="rect">
            <a:avLst/>
          </a:prstGeom>
          <a:noFill/>
          <a:ln>
            <a:noFill/>
          </a:ln>
        </p:spPr>
        <p:txBody>
          <a:bodyPr wrap="square" lIns="0" tIns="0" rIns="0" bIns="0" anchor="t">
            <a:spAutoFit/>
          </a:bodyPr>
          <a:lstStyle/>
          <a:p>
            <a:pPr algn="ctr"/>
            <a:r>
              <a:rPr sz="1300" b="1" i="0">
                <a:solidFill>
                  <a:srgbClr val="FFFFFF"/>
                </a:solidFill>
                <a:latin typeface="Proxima Nova"/>
              </a:rPr>
              <a:t>Lessons Learned</a:t>
            </a:r>
          </a:p>
          <a:p>
            <a:pPr algn="ctr">
              <a:spcAft>
                <a:spcPts val="1200"/>
              </a:spcAft>
            </a:pPr>
            <a:r>
              <a:rPr sz="1300" b="0" i="0">
                <a:solidFill>
                  <a:srgbClr val="FFFFFF"/>
                </a:solidFill>
                <a:latin typeface="Proxima Nova"/>
              </a:rPr>
              <a:t>Learning from both successful and unsuccessful endeavors can provide valuable insights for future business strategies.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t>Innovations in Business Management</a:t>
            </a:r>
          </a:p>
        </p:txBody>
      </p:sp>
      <p:sp>
        <p:nvSpPr>
          <p:cNvPr id="4" name="Subtitle 3"/>
          <p:cNvSpPr>
            <a:spLocks noGrp="1"/>
          </p:cNvSpPr>
          <p:nvPr>
            <p:ph type="subTitle" idx="2"/>
          </p:nvPr>
        </p:nvSpPr>
        <p:spPr/>
        <p:txBody>
          <a:bodyPr>
            <a:normAutofit/>
          </a:bodyPr>
          <a:lstStyle/>
          <a:p>
            <a:r>
              <a:t>Technology Adoption, Digital Transformation, New Business Models</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200" b="0" i="0">
                <a:solidFill>
                  <a:srgbClr val="FFFFFF"/>
                </a:solidFill>
                <a:latin typeface="Proxima Nova"/>
              </a:defRPr>
            </a:pPr>
            <a:endParaRPr/>
          </a:p>
        </p:txBody>
      </p:sp>
      <p:sp>
        <p:nvSpPr>
          <p:cNvPr id="7" name="Rectangle 6"/>
          <p:cNvSpPr/>
          <p:nvPr/>
        </p:nvSpPr>
        <p:spPr>
          <a:xfrm>
            <a:off x="228600" y="1508670"/>
            <a:ext cx="8686800" cy="3099048"/>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28600" y="1508670"/>
            <a:ext cx="4190999" cy="3099048"/>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28600" y="1508670"/>
            <a:ext cx="4190999" cy="3099048"/>
          </a:xfrm>
          <a:prstGeom prst="rect">
            <a:avLst/>
          </a:prstGeom>
          <a:noFill/>
          <a:ln>
            <a:noFill/>
          </a:ln>
        </p:spPr>
        <p:txBody>
          <a:bodyPr wrap="square" lIns="190500" tIns="0" rIns="0" bIns="190500" anchor="t">
            <a:spAutoFit/>
          </a:bodyPr>
          <a:lstStyle/>
          <a:p>
            <a:pPr marL="228600" indent="-91440" algn="l">
              <a:spcBef>
                <a:spcPts val="0"/>
              </a:spcBef>
              <a:spcAft>
                <a:spcPts val="800"/>
              </a:spcAft>
              <a:buSzPct val="100000"/>
              <a:buFont typeface="Arial"/>
              <a:buChar char="•"/>
            </a:pPr>
            <a:r>
              <a:rPr sz="1200" b="1" i="0">
                <a:solidFill>
                  <a:srgbClr val="FFFFFF"/>
                </a:solidFill>
                <a:latin typeface="Proxima Nova"/>
              </a:rPr>
              <a:t>Technology Adoption:</a:t>
            </a:r>
            <a:r>
              <a:rPr sz="1200" b="0" i="0">
                <a:solidFill>
                  <a:srgbClr val="FFFFFF"/>
                </a:solidFill>
                <a:latin typeface="Proxima Nova"/>
              </a:rPr>
              <a:t> The integration of technology into traditional business practices is revolutionizing operations, improving efficiency and competitiveness.</a:t>
            </a:r>
          </a:p>
          <a:p>
            <a:pPr marL="228600" lvl="1" indent="-91440" algn="l">
              <a:spcBef>
                <a:spcPts val="1200"/>
              </a:spcBef>
              <a:spcAft>
                <a:spcPts val="0"/>
              </a:spcAft>
              <a:buSzPct val="100000"/>
              <a:buFont typeface="Arial"/>
              <a:buChar char="•"/>
            </a:pPr>
            <a:r>
              <a:rPr sz="1200" b="1" i="0">
                <a:solidFill>
                  <a:srgbClr val="FFFFFF"/>
                </a:solidFill>
                <a:latin typeface="Proxima Nova"/>
              </a:rPr>
              <a:t>Digital Transformation:</a:t>
            </a:r>
            <a:r>
              <a:rPr sz="1200" b="0" i="0">
                <a:solidFill>
                  <a:srgbClr val="FFFFFF"/>
                </a:solidFill>
                <a:latin typeface="Proxima Nova"/>
              </a:rPr>
              <a:t> Businesses are rethinking their approaches to customer engagement, leveraging digital channels for enhanced interaction and service delivery.</a:t>
            </a:r>
          </a:p>
          <a:p>
            <a:pPr marL="228600" lvl="1" indent="-91440" algn="l">
              <a:spcBef>
                <a:spcPts val="1200"/>
              </a:spcBef>
              <a:spcAft>
                <a:spcPts val="0"/>
              </a:spcAft>
              <a:buSzPct val="100000"/>
              <a:buFont typeface="Arial"/>
              <a:buChar char="•"/>
            </a:pPr>
            <a:r>
              <a:rPr sz="1200" b="1" i="0">
                <a:solidFill>
                  <a:srgbClr val="FFFFFF"/>
                </a:solidFill>
                <a:latin typeface="Proxima Nova"/>
              </a:rPr>
              <a:t>Emerging Business Models:</a:t>
            </a:r>
            <a:r>
              <a:rPr sz="1200" b="0" i="0">
                <a:solidFill>
                  <a:srgbClr val="FFFFFF"/>
                </a:solidFill>
                <a:latin typeface="Proxima Nova"/>
              </a:rPr>
              <a:t> New business models, rooted in collaboration and sustainability, are gaining traction, reshaping the business landscape in Nepal.</a:t>
            </a:r>
          </a:p>
          <a:p>
            <a:pPr marL="228600" lvl="1" indent="-91440" algn="l">
              <a:spcBef>
                <a:spcPts val="1200"/>
              </a:spcBef>
              <a:spcAft>
                <a:spcPts val="0"/>
              </a:spcAft>
              <a:buSzPct val="100000"/>
              <a:buFont typeface="Arial"/>
              <a:buChar char="•"/>
            </a:pPr>
            <a:r>
              <a:rPr sz="1200" b="1" i="0">
                <a:solidFill>
                  <a:srgbClr val="FFFFFF"/>
                </a:solidFill>
                <a:latin typeface="Proxima Nova"/>
              </a:rPr>
              <a:t>Cultural Adaptation:</a:t>
            </a:r>
            <a:r>
              <a:rPr sz="1200" b="0" i="0">
                <a:solidFill>
                  <a:srgbClr val="FFFFFF"/>
                </a:solidFill>
                <a:latin typeface="Proxima Nova"/>
              </a:rPr>
              <a:t> Innovations must respect and integrate Nepal’s cultural values to ensure acceptance and success in the local market.</a:t>
            </a:r>
          </a:p>
        </p:txBody>
      </p:sp>
      <p:sp>
        <p:nvSpPr>
          <p:cNvPr id="10" name="Rectangle 9"/>
          <p:cNvSpPr/>
          <p:nvPr/>
        </p:nvSpPr>
        <p:spPr>
          <a:xfrm>
            <a:off x="4724400" y="1508670"/>
            <a:ext cx="4190999" cy="3099048"/>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724400" y="1508670"/>
            <a:ext cx="4190999" cy="2362200"/>
          </a:xfrm>
          <a:prstGeom prst="rect">
            <a:avLst/>
          </a:prstGeom>
          <a:noFill/>
          <a:ln>
            <a:noFill/>
          </a:ln>
        </p:spPr>
        <p:txBody>
          <a:bodyPr wrap="square" lIns="0" tIns="0" rIns="0" bIns="0" anchor="t">
            <a:spAutoFit/>
          </a:bodyPr>
          <a:lstStyle/>
          <a:p>
            <a:pPr algn="l"/>
            <a:endParaRPr/>
          </a:p>
        </p:txBody>
      </p:sp>
      <p:pic>
        <p:nvPicPr>
          <p:cNvPr id="12" name="Picture 11" descr="tmp6xro3qu5.png"/>
          <p:cNvPicPr>
            <a:picLocks noChangeAspect="1"/>
          </p:cNvPicPr>
          <p:nvPr/>
        </p:nvPicPr>
        <p:blipFill>
          <a:blip r:embed="rId3"/>
          <a:stretch>
            <a:fillRect/>
          </a:stretch>
        </p:blipFill>
        <p:spPr>
          <a:xfrm>
            <a:off x="4724400" y="1508670"/>
            <a:ext cx="4190999" cy="2362200"/>
          </a:xfrm>
          <a:prstGeom prst="rect">
            <a:avLst/>
          </a:prstGeom>
        </p:spPr>
      </p:pic>
      <p:sp>
        <p:nvSpPr>
          <p:cNvPr id="13" name="Rectangle 12"/>
          <p:cNvSpPr/>
          <p:nvPr/>
        </p:nvSpPr>
        <p:spPr>
          <a:xfrm>
            <a:off x="4724400" y="3947070"/>
            <a:ext cx="4190999" cy="152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724400" y="3947070"/>
            <a:ext cx="4190999" cy="152400"/>
          </a:xfrm>
          <a:prstGeom prst="rect">
            <a:avLst/>
          </a:prstGeom>
          <a:noFill/>
          <a:ln>
            <a:noFill/>
          </a:ln>
        </p:spPr>
        <p:txBody>
          <a:bodyPr wrap="square" lIns="0" tIns="0" rIns="0" bIns="0" anchor="t">
            <a:spAutoFit/>
          </a:bodyPr>
          <a:lstStyle/>
          <a:p>
            <a:pPr algn="r">
              <a:spcAft>
                <a:spcPts val="1200"/>
              </a:spcAft>
            </a:pPr>
            <a:r>
              <a:rPr sz="900" b="0" i="0">
                <a:solidFill>
                  <a:srgbClr val="FFFFFF"/>
                </a:solidFill>
                <a:latin typeface="Proxima Nova"/>
              </a:rPr>
              <a:t>Photo by Luke Chesser on Unsplash</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t>Future Outlook: Opportunities and Risks</a:t>
            </a:r>
          </a:p>
        </p:txBody>
      </p:sp>
      <p:sp>
        <p:nvSpPr>
          <p:cNvPr id="4" name="Subtitle 3"/>
          <p:cNvSpPr>
            <a:spLocks noGrp="1"/>
          </p:cNvSpPr>
          <p:nvPr>
            <p:ph type="subTitle" idx="2"/>
          </p:nvPr>
        </p:nvSpPr>
        <p:spPr/>
        <p:txBody>
          <a:bodyPr>
            <a:normAutofit/>
          </a:bodyPr>
          <a:lstStyle/>
          <a:p>
            <a:r>
              <a:t>Emerging Trends, Potential Growth Areas, Risk Management Strategies</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200" b="0" i="0">
                <a:solidFill>
                  <a:srgbClr val="FFFFFF"/>
                </a:solidFill>
                <a:latin typeface="Proxima Nova"/>
              </a:defRPr>
            </a:pPr>
            <a:endParaRPr/>
          </a:p>
        </p:txBody>
      </p:sp>
      <p:sp>
        <p:nvSpPr>
          <p:cNvPr id="7" name="Rectangle 6"/>
          <p:cNvSpPr/>
          <p:nvPr/>
        </p:nvSpPr>
        <p:spPr>
          <a:xfrm>
            <a:off x="228600" y="1508670"/>
            <a:ext cx="8686800" cy="2910482"/>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28600" y="1508670"/>
            <a:ext cx="4190999" cy="2910482"/>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28600" y="1508670"/>
            <a:ext cx="4190999" cy="2910482"/>
          </a:xfrm>
          <a:prstGeom prst="rect">
            <a:avLst/>
          </a:prstGeom>
          <a:noFill/>
          <a:ln>
            <a:noFill/>
          </a:ln>
        </p:spPr>
        <p:txBody>
          <a:bodyPr wrap="square" lIns="190500" tIns="0" rIns="0" bIns="190500" anchor="t">
            <a:spAutoFit/>
          </a:bodyPr>
          <a:lstStyle/>
          <a:p>
            <a:pPr marL="228600" indent="-91440" algn="l">
              <a:spcBef>
                <a:spcPts val="0"/>
              </a:spcBef>
              <a:spcAft>
                <a:spcPts val="800"/>
              </a:spcAft>
              <a:buSzPct val="100000"/>
              <a:buFont typeface="Arial"/>
              <a:buChar char="•"/>
            </a:pPr>
            <a:r>
              <a:rPr sz="1200" b="1" i="0">
                <a:solidFill>
                  <a:srgbClr val="FFFFFF"/>
                </a:solidFill>
                <a:latin typeface="Proxima Nova"/>
              </a:rPr>
              <a:t>Emerging Trends:</a:t>
            </a:r>
            <a:r>
              <a:rPr sz="1200" b="0" i="0">
                <a:solidFill>
                  <a:srgbClr val="FFFFFF"/>
                </a:solidFill>
                <a:latin typeface="Proxima Nova"/>
              </a:rPr>
              <a:t> Trends like e-commerce growth and sustainable practices present significant opportunities for innovation and expansion in the Nepalese market.</a:t>
            </a:r>
          </a:p>
          <a:p>
            <a:pPr marL="228600" lvl="1" indent="-91440" algn="l">
              <a:spcBef>
                <a:spcPts val="1200"/>
              </a:spcBef>
              <a:spcAft>
                <a:spcPts val="0"/>
              </a:spcAft>
              <a:buSzPct val="100000"/>
              <a:buFont typeface="Arial"/>
              <a:buChar char="•"/>
            </a:pPr>
            <a:r>
              <a:rPr sz="1200" b="1" i="0">
                <a:solidFill>
                  <a:srgbClr val="FFFFFF"/>
                </a:solidFill>
                <a:latin typeface="Proxima Nova"/>
              </a:rPr>
              <a:t>Potential Growth Areas:</a:t>
            </a:r>
            <a:r>
              <a:rPr sz="1200" b="0" i="0">
                <a:solidFill>
                  <a:srgbClr val="FFFFFF"/>
                </a:solidFill>
                <a:latin typeface="Proxima Nova"/>
              </a:rPr>
              <a:t> Sectoral growth opportunities exist beyond traditional areas, including renewable energy, technology, and sustainable tourism.</a:t>
            </a:r>
          </a:p>
          <a:p>
            <a:pPr marL="228600" lvl="1" indent="-91440" algn="l">
              <a:spcBef>
                <a:spcPts val="1200"/>
              </a:spcBef>
              <a:spcAft>
                <a:spcPts val="0"/>
              </a:spcAft>
              <a:buSzPct val="100000"/>
              <a:buFont typeface="Arial"/>
              <a:buChar char="•"/>
            </a:pPr>
            <a:r>
              <a:rPr sz="1200" b="1" i="0">
                <a:solidFill>
                  <a:srgbClr val="FFFFFF"/>
                </a:solidFill>
                <a:latin typeface="Proxima Nova"/>
              </a:rPr>
              <a:t>Risk Management Strategies:</a:t>
            </a:r>
            <a:r>
              <a:rPr sz="1200" b="0" i="0">
                <a:solidFill>
                  <a:srgbClr val="FFFFFF"/>
                </a:solidFill>
                <a:latin typeface="Proxima Nova"/>
              </a:rPr>
              <a:t> Robust risk management frameworks are essential to navigate both local and global uncertainties and to foster resilience.</a:t>
            </a:r>
          </a:p>
          <a:p>
            <a:pPr marL="228600" lvl="1" indent="-91440" algn="l">
              <a:spcBef>
                <a:spcPts val="1200"/>
              </a:spcBef>
              <a:spcAft>
                <a:spcPts val="0"/>
              </a:spcAft>
              <a:buSzPct val="100000"/>
              <a:buFont typeface="Arial"/>
              <a:buChar char="•"/>
            </a:pPr>
            <a:r>
              <a:rPr sz="1200" b="1" i="0">
                <a:solidFill>
                  <a:srgbClr val="FFFFFF"/>
                </a:solidFill>
                <a:latin typeface="Proxima Nova"/>
              </a:rPr>
              <a:t>Strategic Partnerships:</a:t>
            </a:r>
            <a:r>
              <a:rPr sz="1200" b="0" i="0">
                <a:solidFill>
                  <a:srgbClr val="FFFFFF"/>
                </a:solidFill>
                <a:latin typeface="Proxima Nova"/>
              </a:rPr>
              <a:t> Collaborations between local businesses and global entities can enhance resource sharing and innovation capabilities.</a:t>
            </a:r>
          </a:p>
        </p:txBody>
      </p:sp>
      <p:sp>
        <p:nvSpPr>
          <p:cNvPr id="10" name="Rectangle 9"/>
          <p:cNvSpPr/>
          <p:nvPr/>
        </p:nvSpPr>
        <p:spPr>
          <a:xfrm>
            <a:off x="4724400" y="1508670"/>
            <a:ext cx="4190999" cy="2910482"/>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724400" y="1508670"/>
            <a:ext cx="4190999" cy="2362200"/>
          </a:xfrm>
          <a:prstGeom prst="rect">
            <a:avLst/>
          </a:prstGeom>
          <a:noFill/>
          <a:ln>
            <a:noFill/>
          </a:ln>
        </p:spPr>
        <p:txBody>
          <a:bodyPr wrap="square" lIns="0" tIns="0" rIns="0" bIns="0" anchor="t">
            <a:spAutoFit/>
          </a:bodyPr>
          <a:lstStyle/>
          <a:p>
            <a:pPr algn="l"/>
            <a:endParaRPr/>
          </a:p>
        </p:txBody>
      </p:sp>
      <p:pic>
        <p:nvPicPr>
          <p:cNvPr id="12" name="Picture 11" descr="tmpum4zrx4q.png"/>
          <p:cNvPicPr>
            <a:picLocks noChangeAspect="1"/>
          </p:cNvPicPr>
          <p:nvPr/>
        </p:nvPicPr>
        <p:blipFill>
          <a:blip r:embed="rId3"/>
          <a:stretch>
            <a:fillRect/>
          </a:stretch>
        </p:blipFill>
        <p:spPr>
          <a:xfrm>
            <a:off x="4724400" y="1508670"/>
            <a:ext cx="4190999" cy="2362200"/>
          </a:xfrm>
          <a:prstGeom prst="rect">
            <a:avLst/>
          </a:prstGeom>
        </p:spPr>
      </p:pic>
      <p:sp>
        <p:nvSpPr>
          <p:cNvPr id="13" name="Rectangle 12"/>
          <p:cNvSpPr/>
          <p:nvPr/>
        </p:nvSpPr>
        <p:spPr>
          <a:xfrm>
            <a:off x="4724400" y="3947070"/>
            <a:ext cx="4190999" cy="152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724400" y="3947070"/>
            <a:ext cx="4190999" cy="152400"/>
          </a:xfrm>
          <a:prstGeom prst="rect">
            <a:avLst/>
          </a:prstGeom>
          <a:noFill/>
          <a:ln>
            <a:noFill/>
          </a:ln>
        </p:spPr>
        <p:txBody>
          <a:bodyPr wrap="square" lIns="0" tIns="0" rIns="0" bIns="0" anchor="t">
            <a:spAutoFit/>
          </a:bodyPr>
          <a:lstStyle/>
          <a:p>
            <a:pPr algn="r">
              <a:spcAft>
                <a:spcPts val="1200"/>
              </a:spcAft>
            </a:pPr>
            <a:r>
              <a:rPr sz="900" b="0" i="0">
                <a:solidFill>
                  <a:srgbClr val="FFFFFF"/>
                </a:solidFill>
                <a:latin typeface="Proxima Nova"/>
              </a:rPr>
              <a:t>Photo by Kalle Kortelainen on Unsplash</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t>Strategies for Improving Business Practices in Nepal</a:t>
            </a:r>
          </a:p>
        </p:txBody>
      </p:sp>
      <p:sp>
        <p:nvSpPr>
          <p:cNvPr id="4" name="Subtitle 3"/>
          <p:cNvSpPr>
            <a:spLocks noGrp="1"/>
          </p:cNvSpPr>
          <p:nvPr>
            <p:ph type="subTitle" idx="2"/>
          </p:nvPr>
        </p:nvSpPr>
        <p:spPr/>
        <p:txBody>
          <a:bodyPr>
            <a:normAutofit/>
          </a:bodyPr>
          <a:lstStyle/>
          <a:p>
            <a:r>
              <a:t>Actionable Recommendations, Capacity Building, Stakeholder Engagement</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100" b="0" i="0">
                <a:solidFill>
                  <a:srgbClr val="FFFFFF"/>
                </a:solidFill>
                <a:latin typeface="Proxima Nova"/>
              </a:defRPr>
            </a:pPr>
            <a:endParaRPr/>
          </a:p>
        </p:txBody>
      </p:sp>
      <p:sp>
        <p:nvSpPr>
          <p:cNvPr id="7" name="Rectangle 6"/>
          <p:cNvSpPr/>
          <p:nvPr/>
        </p:nvSpPr>
        <p:spPr>
          <a:xfrm>
            <a:off x="228600" y="1508670"/>
            <a:ext cx="8686800" cy="277296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28600" y="1508670"/>
            <a:ext cx="4190999" cy="277296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28600" y="1508670"/>
            <a:ext cx="4190999" cy="2772965"/>
          </a:xfrm>
          <a:prstGeom prst="rect">
            <a:avLst/>
          </a:prstGeom>
          <a:noFill/>
          <a:ln>
            <a:noFill/>
          </a:ln>
        </p:spPr>
        <p:txBody>
          <a:bodyPr wrap="square" lIns="190500" tIns="0" rIns="0" bIns="190500" anchor="t">
            <a:spAutoFit/>
          </a:bodyPr>
          <a:lstStyle/>
          <a:p>
            <a:pPr marL="228600" indent="-91440" algn="l">
              <a:spcBef>
                <a:spcPts val="0"/>
              </a:spcBef>
              <a:spcAft>
                <a:spcPts val="800"/>
              </a:spcAft>
              <a:buSzPct val="100000"/>
              <a:buFont typeface="Arial"/>
              <a:buChar char="•"/>
            </a:pPr>
            <a:r>
              <a:rPr sz="1100" b="1" i="0">
                <a:solidFill>
                  <a:srgbClr val="FFFFFF"/>
                </a:solidFill>
                <a:latin typeface="Proxima Nova"/>
              </a:rPr>
              <a:t>Actionable Recommendations:</a:t>
            </a:r>
            <a:r>
              <a:rPr sz="1100" b="0" i="0">
                <a:solidFill>
                  <a:srgbClr val="FFFFFF"/>
                </a:solidFill>
                <a:latin typeface="Proxima Nova"/>
              </a:rPr>
              <a:t> Developing clear business frameworks and guidelines can facilitate smoother operations and compliance with regulatory requirements.</a:t>
            </a:r>
          </a:p>
          <a:p>
            <a:pPr marL="228600" lvl="1" indent="-91440" algn="l">
              <a:spcBef>
                <a:spcPts val="1200"/>
              </a:spcBef>
              <a:spcAft>
                <a:spcPts val="0"/>
              </a:spcAft>
              <a:buSzPct val="100000"/>
              <a:buFont typeface="Arial"/>
              <a:buChar char="•"/>
            </a:pPr>
            <a:r>
              <a:rPr sz="1100" b="1" i="0">
                <a:solidFill>
                  <a:srgbClr val="FFFFFF"/>
                </a:solidFill>
                <a:latin typeface="Proxima Nova"/>
              </a:rPr>
              <a:t>Capacity Building:</a:t>
            </a:r>
            <a:r>
              <a:rPr sz="1100" b="0" i="0">
                <a:solidFill>
                  <a:srgbClr val="FFFFFF"/>
                </a:solidFill>
                <a:latin typeface="Proxima Nova"/>
              </a:rPr>
              <a:t> Investing in training and skill development programs is vital to prepare the workforce for evolving business demands.</a:t>
            </a:r>
          </a:p>
          <a:p>
            <a:pPr marL="228600" lvl="1" indent="-91440" algn="l">
              <a:spcBef>
                <a:spcPts val="1200"/>
              </a:spcBef>
              <a:spcAft>
                <a:spcPts val="0"/>
              </a:spcAft>
              <a:buSzPct val="100000"/>
              <a:buFont typeface="Arial"/>
              <a:buChar char="•"/>
            </a:pPr>
            <a:r>
              <a:rPr sz="1100" b="1" i="0">
                <a:solidFill>
                  <a:srgbClr val="FFFFFF"/>
                </a:solidFill>
                <a:latin typeface="Proxima Nova"/>
              </a:rPr>
              <a:t>Stakeholder Engagement:</a:t>
            </a:r>
            <a:r>
              <a:rPr sz="1100" b="0" i="0">
                <a:solidFill>
                  <a:srgbClr val="FFFFFF"/>
                </a:solidFill>
                <a:latin typeface="Proxima Nova"/>
              </a:rPr>
              <a:t> Engaging with stakeholders fosters collaboration and partnership, essential for driving collective growth and addressing common challenges.</a:t>
            </a:r>
          </a:p>
          <a:p>
            <a:pPr marL="228600" lvl="1" indent="-91440" algn="l">
              <a:spcBef>
                <a:spcPts val="1200"/>
              </a:spcBef>
              <a:spcAft>
                <a:spcPts val="0"/>
              </a:spcAft>
              <a:buSzPct val="100000"/>
              <a:buFont typeface="Arial"/>
              <a:buChar char="•"/>
            </a:pPr>
            <a:r>
              <a:rPr sz="1100" b="1" i="0">
                <a:solidFill>
                  <a:srgbClr val="FFFFFF"/>
                </a:solidFill>
                <a:latin typeface="Proxima Nova"/>
              </a:rPr>
              <a:t>Policy Advocacy:</a:t>
            </a:r>
            <a:r>
              <a:rPr sz="1100" b="0" i="0">
                <a:solidFill>
                  <a:srgbClr val="FFFFFF"/>
                </a:solidFill>
                <a:latin typeface="Proxima Nova"/>
              </a:rPr>
              <a:t> Active participation in policy advocacy can help create a more enabling environment for businesses to flourish.</a:t>
            </a:r>
          </a:p>
        </p:txBody>
      </p:sp>
      <p:sp>
        <p:nvSpPr>
          <p:cNvPr id="10" name="Rectangle 9"/>
          <p:cNvSpPr/>
          <p:nvPr/>
        </p:nvSpPr>
        <p:spPr>
          <a:xfrm>
            <a:off x="4724400" y="1508670"/>
            <a:ext cx="4190999" cy="277296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724400" y="1508670"/>
            <a:ext cx="4190999" cy="2362200"/>
          </a:xfrm>
          <a:prstGeom prst="rect">
            <a:avLst/>
          </a:prstGeom>
          <a:noFill/>
          <a:ln>
            <a:noFill/>
          </a:ln>
        </p:spPr>
        <p:txBody>
          <a:bodyPr wrap="square" lIns="0" tIns="0" rIns="0" bIns="0" anchor="t">
            <a:spAutoFit/>
          </a:bodyPr>
          <a:lstStyle/>
          <a:p>
            <a:pPr algn="l"/>
            <a:endParaRPr/>
          </a:p>
        </p:txBody>
      </p:sp>
      <p:pic>
        <p:nvPicPr>
          <p:cNvPr id="12" name="Picture 11" descr="tmpxh1sqg7s.png"/>
          <p:cNvPicPr>
            <a:picLocks noChangeAspect="1"/>
          </p:cNvPicPr>
          <p:nvPr/>
        </p:nvPicPr>
        <p:blipFill>
          <a:blip r:embed="rId3"/>
          <a:stretch>
            <a:fillRect/>
          </a:stretch>
        </p:blipFill>
        <p:spPr>
          <a:xfrm>
            <a:off x="4724400" y="1508670"/>
            <a:ext cx="4190999" cy="2362200"/>
          </a:xfrm>
          <a:prstGeom prst="rect">
            <a:avLst/>
          </a:prstGeom>
        </p:spPr>
      </p:pic>
      <p:sp>
        <p:nvSpPr>
          <p:cNvPr id="13" name="Rectangle 12"/>
          <p:cNvSpPr/>
          <p:nvPr/>
        </p:nvSpPr>
        <p:spPr>
          <a:xfrm>
            <a:off x="4724400" y="3947070"/>
            <a:ext cx="4190999" cy="152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724400" y="3947070"/>
            <a:ext cx="4190999" cy="152400"/>
          </a:xfrm>
          <a:prstGeom prst="rect">
            <a:avLst/>
          </a:prstGeom>
          <a:noFill/>
          <a:ln>
            <a:noFill/>
          </a:ln>
        </p:spPr>
        <p:txBody>
          <a:bodyPr wrap="square" lIns="0" tIns="0" rIns="0" bIns="0" anchor="t">
            <a:spAutoFit/>
          </a:bodyPr>
          <a:lstStyle/>
          <a:p>
            <a:pPr algn="r">
              <a:spcAft>
                <a:spcPts val="1200"/>
              </a:spcAft>
            </a:pPr>
            <a:r>
              <a:rPr sz="900" b="0" i="0">
                <a:solidFill>
                  <a:srgbClr val="FFFFFF"/>
                </a:solidFill>
                <a:latin typeface="Proxima Nova"/>
              </a:rPr>
              <a:t>Photo by Sameer Shyantan on Unsplash</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t>Conclusion: Key Takeaways and Future Directions</a:t>
            </a:r>
          </a:p>
        </p:txBody>
      </p:sp>
      <p:sp>
        <p:nvSpPr>
          <p:cNvPr id="4" name="Subtitle 3"/>
          <p:cNvSpPr>
            <a:spLocks noGrp="1"/>
          </p:cNvSpPr>
          <p:nvPr>
            <p:ph type="subTitle" idx="2"/>
          </p:nvPr>
        </p:nvSpPr>
        <p:spPr/>
        <p:txBody>
          <a:bodyPr>
            <a:normAutofit/>
          </a:bodyPr>
          <a:lstStyle/>
          <a:p>
            <a:r>
              <a:t>Summary, Final Insights, Call to Action</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300" b="0" i="0">
                <a:solidFill>
                  <a:srgbClr val="FFFFFF"/>
                </a:solidFill>
                <a:latin typeface="Proxima Nova"/>
              </a:defRPr>
            </a:pPr>
            <a:endParaRPr/>
          </a:p>
        </p:txBody>
      </p:sp>
      <p:sp>
        <p:nvSpPr>
          <p:cNvPr id="7" name="Rectangle 6"/>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28600" y="1508670"/>
            <a:ext cx="8686800" cy="1485602"/>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28600" y="1508670"/>
            <a:ext cx="2692300" cy="1485602"/>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422350"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422350" y="1508670"/>
            <a:ext cx="304800" cy="304800"/>
          </a:xfrm>
          <a:prstGeom prst="rect">
            <a:avLst/>
          </a:prstGeom>
          <a:noFill/>
          <a:ln>
            <a:noFill/>
          </a:ln>
        </p:spPr>
        <p:txBody>
          <a:bodyPr wrap="square" lIns="0" tIns="0" rIns="0" bIns="0" anchor="t">
            <a:spAutoFit/>
          </a:bodyPr>
          <a:lstStyle/>
          <a:p>
            <a:pPr algn="ctr"/>
            <a:endParaRPr/>
          </a:p>
        </p:txBody>
      </p:sp>
      <p:pic>
        <p:nvPicPr>
          <p:cNvPr id="12" name="Picture 11" descr="tmpzjpyw1bp.png"/>
          <p:cNvPicPr>
            <a:picLocks noChangeAspect="1"/>
          </p:cNvPicPr>
          <p:nvPr/>
        </p:nvPicPr>
        <p:blipFill>
          <a:blip r:embed="rId3"/>
          <a:stretch>
            <a:fillRect/>
          </a:stretch>
        </p:blipFill>
        <p:spPr>
          <a:xfrm>
            <a:off x="1422350" y="1508670"/>
            <a:ext cx="304800" cy="304800"/>
          </a:xfrm>
          <a:prstGeom prst="rect">
            <a:avLst/>
          </a:prstGeom>
        </p:spPr>
      </p:pic>
      <p:sp>
        <p:nvSpPr>
          <p:cNvPr id="13" name="TextBox 12"/>
          <p:cNvSpPr txBox="1"/>
          <p:nvPr/>
        </p:nvSpPr>
        <p:spPr>
          <a:xfrm>
            <a:off x="228600" y="1965870"/>
            <a:ext cx="2692300" cy="205680"/>
          </a:xfrm>
          <a:prstGeom prst="rect">
            <a:avLst/>
          </a:prstGeom>
          <a:noFill/>
          <a:ln>
            <a:noFill/>
          </a:ln>
        </p:spPr>
        <p:txBody>
          <a:bodyPr wrap="square" lIns="0" tIns="0" rIns="0" bIns="0" anchor="t">
            <a:spAutoFit/>
          </a:bodyPr>
          <a:lstStyle/>
          <a:p>
            <a:pPr algn="ctr"/>
            <a:r>
              <a:rPr sz="1300" b="1" i="0">
                <a:solidFill>
                  <a:srgbClr val="FFFFFF"/>
                </a:solidFill>
                <a:latin typeface="Proxima Nova"/>
              </a:rPr>
              <a:t>Summary of Key Insights</a:t>
            </a:r>
          </a:p>
          <a:p>
            <a:pPr algn="ctr">
              <a:spcAft>
                <a:spcPts val="1200"/>
              </a:spcAft>
            </a:pPr>
            <a:r>
              <a:rPr sz="1300" b="0" i="0">
                <a:solidFill>
                  <a:srgbClr val="FFFFFF"/>
                </a:solidFill>
                <a:latin typeface="Proxima Nova"/>
              </a:rPr>
              <a:t>The interplay between management practices and cultural values significantly shapes business outcomes in Nepal.</a:t>
            </a:r>
          </a:p>
        </p:txBody>
      </p:sp>
      <p:sp>
        <p:nvSpPr>
          <p:cNvPr id="14" name="Rectangle 13"/>
          <p:cNvSpPr/>
          <p:nvPr/>
        </p:nvSpPr>
        <p:spPr>
          <a:xfrm>
            <a:off x="3225700" y="1508670"/>
            <a:ext cx="2692449" cy="1485602"/>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419451"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419451" y="1508670"/>
            <a:ext cx="304800" cy="304800"/>
          </a:xfrm>
          <a:prstGeom prst="rect">
            <a:avLst/>
          </a:prstGeom>
          <a:noFill/>
          <a:ln>
            <a:noFill/>
          </a:ln>
        </p:spPr>
        <p:txBody>
          <a:bodyPr wrap="square" lIns="0" tIns="0" rIns="0" bIns="0" anchor="t">
            <a:spAutoFit/>
          </a:bodyPr>
          <a:lstStyle/>
          <a:p>
            <a:pPr algn="ctr"/>
            <a:endParaRPr/>
          </a:p>
        </p:txBody>
      </p:sp>
      <p:pic>
        <p:nvPicPr>
          <p:cNvPr id="17" name="Picture 16" descr="image.png"/>
          <p:cNvPicPr>
            <a:picLocks noChangeAspect="1"/>
          </p:cNvPicPr>
          <p:nvPr/>
        </p:nvPicPr>
        <p:blipFill>
          <a:blip r:embed="rId4"/>
          <a:stretch>
            <a:fillRect/>
          </a:stretch>
        </p:blipFill>
        <p:spPr>
          <a:xfrm>
            <a:off x="4419451" y="1508670"/>
            <a:ext cx="304800" cy="304800"/>
          </a:xfrm>
          <a:prstGeom prst="rect">
            <a:avLst/>
          </a:prstGeom>
        </p:spPr>
      </p:pic>
      <p:sp>
        <p:nvSpPr>
          <p:cNvPr id="18" name="TextBox 17"/>
          <p:cNvSpPr txBox="1"/>
          <p:nvPr/>
        </p:nvSpPr>
        <p:spPr>
          <a:xfrm>
            <a:off x="3225700" y="1965870"/>
            <a:ext cx="2692449" cy="205680"/>
          </a:xfrm>
          <a:prstGeom prst="rect">
            <a:avLst/>
          </a:prstGeom>
          <a:noFill/>
          <a:ln>
            <a:noFill/>
          </a:ln>
        </p:spPr>
        <p:txBody>
          <a:bodyPr wrap="square" lIns="0" tIns="0" rIns="0" bIns="0" anchor="t">
            <a:spAutoFit/>
          </a:bodyPr>
          <a:lstStyle/>
          <a:p>
            <a:pPr algn="ctr"/>
            <a:r>
              <a:rPr sz="1300" b="1" i="0">
                <a:solidFill>
                  <a:srgbClr val="FFFFFF"/>
                </a:solidFill>
                <a:latin typeface="Proxima Nova"/>
              </a:rPr>
              <a:t>Future Directions</a:t>
            </a:r>
          </a:p>
          <a:p>
            <a:pPr algn="ctr">
              <a:spcAft>
                <a:spcPts val="1200"/>
              </a:spcAft>
            </a:pPr>
            <a:r>
              <a:rPr sz="1300" b="0" i="0">
                <a:solidFill>
                  <a:srgbClr val="FFFFFF"/>
                </a:solidFill>
                <a:latin typeface="Proxima Nova"/>
              </a:rPr>
              <a:t>Adopting innovative practices aligned with cultural context is key to fostering sustainable business growth.</a:t>
            </a:r>
          </a:p>
        </p:txBody>
      </p:sp>
      <p:sp>
        <p:nvSpPr>
          <p:cNvPr id="19" name="Rectangle 18"/>
          <p:cNvSpPr/>
          <p:nvPr/>
        </p:nvSpPr>
        <p:spPr>
          <a:xfrm>
            <a:off x="6222950" y="1508670"/>
            <a:ext cx="2692300" cy="1485602"/>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416700"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416700" y="1508670"/>
            <a:ext cx="304800" cy="304800"/>
          </a:xfrm>
          <a:prstGeom prst="rect">
            <a:avLst/>
          </a:prstGeom>
          <a:noFill/>
          <a:ln>
            <a:noFill/>
          </a:ln>
        </p:spPr>
        <p:txBody>
          <a:bodyPr wrap="square" lIns="0" tIns="0" rIns="0" bIns="0" anchor="t">
            <a:spAutoFit/>
          </a:bodyPr>
          <a:lstStyle/>
          <a:p>
            <a:pPr algn="ctr"/>
            <a:endParaRPr/>
          </a:p>
        </p:txBody>
      </p:sp>
      <p:pic>
        <p:nvPicPr>
          <p:cNvPr id="22" name="Picture 21" descr="tmpr9lpwub2.png"/>
          <p:cNvPicPr>
            <a:picLocks noChangeAspect="1"/>
          </p:cNvPicPr>
          <p:nvPr/>
        </p:nvPicPr>
        <p:blipFill>
          <a:blip r:embed="rId5"/>
          <a:stretch>
            <a:fillRect/>
          </a:stretch>
        </p:blipFill>
        <p:spPr>
          <a:xfrm>
            <a:off x="7416700" y="1508670"/>
            <a:ext cx="304800" cy="304800"/>
          </a:xfrm>
          <a:prstGeom prst="rect">
            <a:avLst/>
          </a:prstGeom>
        </p:spPr>
      </p:pic>
      <p:sp>
        <p:nvSpPr>
          <p:cNvPr id="23" name="TextBox 22"/>
          <p:cNvSpPr txBox="1"/>
          <p:nvPr/>
        </p:nvSpPr>
        <p:spPr>
          <a:xfrm>
            <a:off x="6222950" y="1965870"/>
            <a:ext cx="2692300" cy="205680"/>
          </a:xfrm>
          <a:prstGeom prst="rect">
            <a:avLst/>
          </a:prstGeom>
          <a:noFill/>
          <a:ln>
            <a:noFill/>
          </a:ln>
        </p:spPr>
        <p:txBody>
          <a:bodyPr wrap="square" lIns="0" tIns="0" rIns="0" bIns="0" anchor="t">
            <a:spAutoFit/>
          </a:bodyPr>
          <a:lstStyle/>
          <a:p>
            <a:pPr algn="ctr"/>
            <a:r>
              <a:rPr sz="1300" b="1" i="0">
                <a:solidFill>
                  <a:srgbClr val="FFFFFF"/>
                </a:solidFill>
                <a:latin typeface="Proxima Nova"/>
              </a:rPr>
              <a:t>Call to Action</a:t>
            </a:r>
          </a:p>
          <a:p>
            <a:pPr algn="ctr">
              <a:spcAft>
                <a:spcPts val="1200"/>
              </a:spcAft>
            </a:pPr>
            <a:r>
              <a:rPr sz="1300" b="0" i="0">
                <a:solidFill>
                  <a:srgbClr val="FFFFFF"/>
                </a:solidFill>
                <a:latin typeface="Proxima Nova"/>
              </a:rPr>
              <a:t>Engagement from all stakeholders is required to drive change and improve business practices across various sectors.</a:t>
            </a:r>
          </a:p>
        </p:txBody>
      </p:sp>
    </p:spTree>
  </p:cSld>
  <p:clrMapOvr>
    <a:masterClrMapping/>
  </p:clrMapOvr>
</p:sld>
</file>

<file path=ppt/theme/theme1.xml><?xml version="1.0" encoding="utf-8"?>
<a:theme xmlns:a="http://schemas.openxmlformats.org/drawingml/2006/main" name="Marina">
  <a:themeElements>
    <a:clrScheme name="Marina">
      <a:dk1>
        <a:srgbClr val="FFFFFF"/>
      </a:dk1>
      <a:lt1>
        <a:srgbClr val="00517C"/>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FDCB3B"/>
      </a:hlink>
      <a:folHlink>
        <a:srgbClr val="8BC3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53</TotalTime>
  <Words>2257</Words>
  <Application>Microsoft Office PowerPoint</Application>
  <PresentationFormat>On-screen Show (16:9)</PresentationFormat>
  <Paragraphs>139</Paragraphs>
  <Slides>14</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Exo 2 Medium</vt:lpstr>
      <vt:lpstr>Roboto</vt:lpstr>
      <vt:lpstr>Roboto Slab</vt:lpstr>
      <vt:lpstr>Proxima Nova</vt:lpstr>
      <vt:lpstr>Verdana</vt:lpstr>
      <vt:lpstr>Arial</vt:lpstr>
      <vt:lpstr>Marina</vt:lpstr>
      <vt:lpstr>PowerPoint Presentation</vt:lpstr>
      <vt:lpstr>Agenda</vt:lpstr>
      <vt:lpstr>Introduction to Management Practices and Business Culture in Nepal</vt:lpstr>
      <vt:lpstr>Defining Management Practices in Nepalese Context</vt:lpstr>
      <vt:lpstr>Understanding Business Culture in Nepal</vt:lpstr>
      <vt:lpstr>Analysis of the Current State of Business in Nepal</vt:lpstr>
      <vt:lpstr>Major Challenges Facing Businesses in Nepal</vt:lpstr>
      <vt:lpstr>Cultural Barriers to Business Success</vt:lpstr>
      <vt:lpstr>Impact of Globalization on Local Business Practices</vt:lpstr>
      <vt:lpstr>Case Studies: Successful Management Practices in Nepal</vt:lpstr>
      <vt:lpstr>Innovations in Business Management</vt:lpstr>
      <vt:lpstr>Future Outlook: Opportunities and Risks</vt:lpstr>
      <vt:lpstr>Strategies for Improving Business Practices in Nepal</vt:lpstr>
      <vt:lpstr>Conclusion: Key Takeaways and Future Directions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cp:lastModifiedBy>ACER</cp:lastModifiedBy>
  <cp:revision>7</cp:revision>
  <dcterms:modified xsi:type="dcterms:W3CDTF">2024-11-17T04:52:21Z</dcterms:modified>
</cp:coreProperties>
</file>